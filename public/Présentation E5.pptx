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65" r:id="rId4"/>
    <p:sldId id="258" r:id="rId5"/>
    <p:sldId id="259" r:id="rId6"/>
    <p:sldId id="260" r:id="rId7"/>
    <p:sldId id="267" r:id="rId8"/>
    <p:sldId id="264" r:id="rId9"/>
    <p:sldId id="274" r:id="rId10"/>
    <p:sldId id="261" r:id="rId11"/>
    <p:sldId id="269" r:id="rId12"/>
    <p:sldId id="272" r:id="rId13"/>
    <p:sldId id="273" r:id="rId14"/>
    <p:sldId id="262" r:id="rId15"/>
    <p:sldId id="270" r:id="rId16"/>
    <p:sldId id="263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A3695F-714D-A037-FBAE-71A8EDE0A367}" v="664" dt="2026-03-01T10:35:13.6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72" d="100"/>
          <a:sy n="72" d="100"/>
        </p:scale>
        <p:origin x="67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TAYER" userId="S::r.metayer@lprs.fr::175908c9-0163-4ef3-8874-8b21ea70733e" providerId="AD" clId="Web-{65A3695F-714D-A037-FBAE-71A8EDE0A367}"/>
    <pc:docChg chg="addSld delSld modSld sldOrd modMainMaster">
      <pc:chgData name="METAYER" userId="S::r.metayer@lprs.fr::175908c9-0163-4ef3-8874-8b21ea70733e" providerId="AD" clId="Web-{65A3695F-714D-A037-FBAE-71A8EDE0A367}" dt="2026-03-01T10:35:13.603" v="672" actId="1076"/>
      <pc:docMkLst>
        <pc:docMk/>
      </pc:docMkLst>
      <pc:sldChg chg="addSp delSp modSp">
        <pc:chgData name="METAYER" userId="S::r.metayer@lprs.fr::175908c9-0163-4ef3-8874-8b21ea70733e" providerId="AD" clId="Web-{65A3695F-714D-A037-FBAE-71A8EDE0A367}" dt="2026-02-27T17:20:34.276" v="299"/>
        <pc:sldMkLst>
          <pc:docMk/>
          <pc:sldMk cId="3784089036" sldId="256"/>
        </pc:sldMkLst>
        <pc:spChg chg="mod">
          <ac:chgData name="METAYER" userId="S::r.metayer@lprs.fr::175908c9-0163-4ef3-8874-8b21ea70733e" providerId="AD" clId="Web-{65A3695F-714D-A037-FBAE-71A8EDE0A367}" dt="2026-02-27T16:59:25.855" v="76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METAYER" userId="S::r.metayer@lprs.fr::175908c9-0163-4ef3-8874-8b21ea70733e" providerId="AD" clId="Web-{65A3695F-714D-A037-FBAE-71A8EDE0A367}" dt="2026-02-27T16:59:25.855" v="76"/>
          <ac:spMkLst>
            <pc:docMk/>
            <pc:sldMk cId="3784089036" sldId="256"/>
            <ac:spMk id="3" creationId="{00000000-0000-0000-0000-000000000000}"/>
          </ac:spMkLst>
        </pc:spChg>
        <pc:spChg chg="add mod">
          <ac:chgData name="METAYER" userId="S::r.metayer@lprs.fr::175908c9-0163-4ef3-8874-8b21ea70733e" providerId="AD" clId="Web-{65A3695F-714D-A037-FBAE-71A8EDE0A367}" dt="2026-02-27T17:20:34.276" v="299"/>
          <ac:spMkLst>
            <pc:docMk/>
            <pc:sldMk cId="3784089036" sldId="256"/>
            <ac:spMk id="4" creationId="{D269ED86-206B-8FE5-F3F2-60CCDBE11A09}"/>
          </ac:spMkLst>
        </pc:spChg>
        <pc:spChg chg="add">
          <ac:chgData name="METAYER" userId="S::r.metayer@lprs.fr::175908c9-0163-4ef3-8874-8b21ea70733e" providerId="AD" clId="Web-{65A3695F-714D-A037-FBAE-71A8EDE0A367}" dt="2026-02-27T16:59:25.855" v="76"/>
          <ac:spMkLst>
            <pc:docMk/>
            <pc:sldMk cId="3784089036" sldId="256"/>
            <ac:spMk id="92" creationId="{A8DB9CD9-59B1-4D73-BC4C-98796A48EF9B}"/>
          </ac:spMkLst>
        </pc:spChg>
        <pc:spChg chg="add">
          <ac:chgData name="METAYER" userId="S::r.metayer@lprs.fr::175908c9-0163-4ef3-8874-8b21ea70733e" providerId="AD" clId="Web-{65A3695F-714D-A037-FBAE-71A8EDE0A367}" dt="2026-02-27T16:59:25.855" v="76"/>
          <ac:spMkLst>
            <pc:docMk/>
            <pc:sldMk cId="3784089036" sldId="256"/>
            <ac:spMk id="93" creationId="{8874A6A9-41FF-4E33-AFA8-F9F81436A59E}"/>
          </ac:spMkLst>
        </pc:spChg>
        <pc:grpChg chg="add">
          <ac:chgData name="METAYER" userId="S::r.metayer@lprs.fr::175908c9-0163-4ef3-8874-8b21ea70733e" providerId="AD" clId="Web-{65A3695F-714D-A037-FBAE-71A8EDE0A367}" dt="2026-02-27T16:59:25.855" v="76"/>
          <ac:grpSpMkLst>
            <pc:docMk/>
            <pc:sldMk cId="3784089036" sldId="256"/>
            <ac:grpSpMk id="94" creationId="{721D730E-1F97-4071-B143-B05E6D2599BC}"/>
          </ac:grpSpMkLst>
        </pc:grpChg>
      </pc:sldChg>
      <pc:sldChg chg="addSp delSp modSp mod modClrScheme delDesignElem chgLayout">
        <pc:chgData name="METAYER" userId="S::r.metayer@lprs.fr::175908c9-0163-4ef3-8874-8b21ea70733e" providerId="AD" clId="Web-{65A3695F-714D-A037-FBAE-71A8EDE0A367}" dt="2026-03-01T10:14:20.712" v="517" actId="20577"/>
        <pc:sldMkLst>
          <pc:docMk/>
          <pc:sldMk cId="3823221874" sldId="258"/>
        </pc:sldMkLst>
        <pc:spChg chg="mod ord">
          <ac:chgData name="METAYER" userId="S::r.metayer@lprs.fr::175908c9-0163-4ef3-8874-8b21ea70733e" providerId="AD" clId="Web-{65A3695F-714D-A037-FBAE-71A8EDE0A367}" dt="2026-02-27T17:11:02.750" v="180" actId="1076"/>
          <ac:spMkLst>
            <pc:docMk/>
            <pc:sldMk cId="3823221874" sldId="258"/>
            <ac:spMk id="2" creationId="{8425E886-9172-E234-8D52-0FB19298B44B}"/>
          </ac:spMkLst>
        </pc:spChg>
        <pc:spChg chg="add">
          <ac:chgData name="METAYER" userId="S::r.metayer@lprs.fr::175908c9-0163-4ef3-8874-8b21ea70733e" providerId="AD" clId="Web-{65A3695F-714D-A037-FBAE-71A8EDE0A367}" dt="2026-02-27T17:09:55.711" v="165"/>
          <ac:spMkLst>
            <pc:docMk/>
            <pc:sldMk cId="3823221874" sldId="258"/>
            <ac:spMk id="26" creationId="{73A25D70-4A55-4F72-B9C5-A69CDBF4DB42}"/>
          </ac:spMkLst>
        </pc:spChg>
        <pc:spChg chg="add del">
          <ac:chgData name="METAYER" userId="S::r.metayer@lprs.fr::175908c9-0163-4ef3-8874-8b21ea70733e" providerId="AD" clId="Web-{65A3695F-714D-A037-FBAE-71A8EDE0A367}" dt="2026-02-27T17:10:58.703" v="178"/>
          <ac:spMkLst>
            <pc:docMk/>
            <pc:sldMk cId="3823221874" sldId="258"/>
            <ac:spMk id="27" creationId="{54957100-6D8B-4161-9F2F-C0A949EC84C4}"/>
          </ac:spMkLst>
        </pc:spChg>
        <pc:spChg chg="add">
          <ac:chgData name="METAYER" userId="S::r.metayer@lprs.fr::175908c9-0163-4ef3-8874-8b21ea70733e" providerId="AD" clId="Web-{65A3695F-714D-A037-FBAE-71A8EDE0A367}" dt="2026-02-27T17:09:55.711" v="165"/>
          <ac:spMkLst>
            <pc:docMk/>
            <pc:sldMk cId="3823221874" sldId="258"/>
            <ac:spMk id="28" creationId="{0BD8B065-EE51-4AE2-A94C-86249998FD7B}"/>
          </ac:spMkLst>
        </pc:spChg>
        <pc:spChg chg="add mod">
          <ac:chgData name="METAYER" userId="S::r.metayer@lprs.fr::175908c9-0163-4ef3-8874-8b21ea70733e" providerId="AD" clId="Web-{65A3695F-714D-A037-FBAE-71A8EDE0A367}" dt="2026-02-27T17:20:34.276" v="299"/>
          <ac:spMkLst>
            <pc:docMk/>
            <pc:sldMk cId="3823221874" sldId="258"/>
            <ac:spMk id="246" creationId="{0FD4F006-EFB7-991B-D095-084EBCF9D1F6}"/>
          </ac:spMkLst>
        </pc:spChg>
        <pc:grpChg chg="add">
          <ac:chgData name="METAYER" userId="S::r.metayer@lprs.fr::175908c9-0163-4ef3-8874-8b21ea70733e" providerId="AD" clId="Web-{65A3695F-714D-A037-FBAE-71A8EDE0A367}" dt="2026-02-27T17:09:55.711" v="165"/>
          <ac:grpSpMkLst>
            <pc:docMk/>
            <pc:sldMk cId="3823221874" sldId="258"/>
            <ac:grpSpMk id="14" creationId="{18999293-B054-4B57-A26F-D04C2BB11338}"/>
          </ac:grpSpMkLst>
        </pc:grpChg>
        <pc:grpChg chg="add">
          <ac:chgData name="METAYER" userId="S::r.metayer@lprs.fr::175908c9-0163-4ef3-8874-8b21ea70733e" providerId="AD" clId="Web-{65A3695F-714D-A037-FBAE-71A8EDE0A367}" dt="2026-02-27T17:09:55.711" v="165"/>
          <ac:grpSpMkLst>
            <pc:docMk/>
            <pc:sldMk cId="3823221874" sldId="258"/>
            <ac:grpSpMk id="31" creationId="{761945C4-D997-42F3-B59A-984CF0066715}"/>
          </ac:grpSpMkLst>
        </pc:grpChg>
        <pc:graphicFrameChg chg="add mod modGraphic">
          <ac:chgData name="METAYER" userId="S::r.metayer@lprs.fr::175908c9-0163-4ef3-8874-8b21ea70733e" providerId="AD" clId="Web-{65A3695F-714D-A037-FBAE-71A8EDE0A367}" dt="2026-03-01T10:14:20.712" v="517" actId="20577"/>
          <ac:graphicFrameMkLst>
            <pc:docMk/>
            <pc:sldMk cId="3823221874" sldId="258"/>
            <ac:graphicFrameMk id="4" creationId="{551AEBC4-48C8-0140-B1D7-857F42A514F3}"/>
          </ac:graphicFrameMkLst>
        </pc:graphicFrameChg>
      </pc:sldChg>
      <pc:sldChg chg="addSp delSp modSp">
        <pc:chgData name="METAYER" userId="S::r.metayer@lprs.fr::175908c9-0163-4ef3-8874-8b21ea70733e" providerId="AD" clId="Web-{65A3695F-714D-A037-FBAE-71A8EDE0A367}" dt="2026-03-01T10:21:46.539" v="642"/>
        <pc:sldMkLst>
          <pc:docMk/>
          <pc:sldMk cId="2719008219" sldId="259"/>
        </pc:sldMkLst>
        <pc:spChg chg="mod">
          <ac:chgData name="METAYER" userId="S::r.metayer@lprs.fr::175908c9-0163-4ef3-8874-8b21ea70733e" providerId="AD" clId="Web-{65A3695F-714D-A037-FBAE-71A8EDE0A367}" dt="2026-03-01T10:21:46.539" v="642"/>
          <ac:spMkLst>
            <pc:docMk/>
            <pc:sldMk cId="2719008219" sldId="259"/>
            <ac:spMk id="2" creationId="{0D4B6349-AA10-FF9C-4499-9EF3B25C2029}"/>
          </ac:spMkLst>
        </pc:spChg>
        <pc:spChg chg="mod">
          <ac:chgData name="METAYER" userId="S::r.metayer@lprs.fr::175908c9-0163-4ef3-8874-8b21ea70733e" providerId="AD" clId="Web-{65A3695F-714D-A037-FBAE-71A8EDE0A367}" dt="2026-03-01T10:21:46.539" v="642"/>
          <ac:spMkLst>
            <pc:docMk/>
            <pc:sldMk cId="2719008219" sldId="259"/>
            <ac:spMk id="3" creationId="{9FE6B7DB-E69D-307B-7681-A6A827ED4874}"/>
          </ac:spMkLst>
        </pc:spChg>
        <pc:spChg chg="add mod">
          <ac:chgData name="METAYER" userId="S::r.metayer@lprs.fr::175908c9-0163-4ef3-8874-8b21ea70733e" providerId="AD" clId="Web-{65A3695F-714D-A037-FBAE-71A8EDE0A367}" dt="2026-03-01T10:21:46.539" v="642"/>
          <ac:spMkLst>
            <pc:docMk/>
            <pc:sldMk cId="2719008219" sldId="259"/>
            <ac:spMk id="4" creationId="{6AABA691-54C0-4D2E-12DC-A33D71852C16}"/>
          </ac:spMkLst>
        </pc:spChg>
        <pc:spChg chg="add del">
          <ac:chgData name="METAYER" userId="S::r.metayer@lprs.fr::175908c9-0163-4ef3-8874-8b21ea70733e" providerId="AD" clId="Web-{65A3695F-714D-A037-FBAE-71A8EDE0A367}" dt="2026-03-01T10:21:46.539" v="642"/>
          <ac:spMkLst>
            <pc:docMk/>
            <pc:sldMk cId="2719008219" sldId="259"/>
            <ac:spMk id="66" creationId="{73A25D70-4A55-4F72-B9C5-A69CDBF4DB42}"/>
          </ac:spMkLst>
        </pc:spChg>
        <pc:spChg chg="add del">
          <ac:chgData name="METAYER" userId="S::r.metayer@lprs.fr::175908c9-0163-4ef3-8874-8b21ea70733e" providerId="AD" clId="Web-{65A3695F-714D-A037-FBAE-71A8EDE0A367}" dt="2026-03-01T10:21:46.539" v="642"/>
          <ac:spMkLst>
            <pc:docMk/>
            <pc:sldMk cId="2719008219" sldId="259"/>
            <ac:spMk id="68" creationId="{54957100-6D8B-4161-9F2F-C0A949EC84C4}"/>
          </ac:spMkLst>
        </pc:spChg>
        <pc:spChg chg="add del">
          <ac:chgData name="METAYER" userId="S::r.metayer@lprs.fr::175908c9-0163-4ef3-8874-8b21ea70733e" providerId="AD" clId="Web-{65A3695F-714D-A037-FBAE-71A8EDE0A367}" dt="2026-03-01T10:21:46.539" v="642"/>
          <ac:spMkLst>
            <pc:docMk/>
            <pc:sldMk cId="2719008219" sldId="259"/>
            <ac:spMk id="70" creationId="{0BD8B065-EE51-4AE2-A94C-86249998FD7B}"/>
          </ac:spMkLst>
        </pc:spChg>
        <pc:spChg chg="add">
          <ac:chgData name="METAYER" userId="S::r.metayer@lprs.fr::175908c9-0163-4ef3-8874-8b21ea70733e" providerId="AD" clId="Web-{65A3695F-714D-A037-FBAE-71A8EDE0A367}" dt="2026-03-01T10:21:46.539" v="642"/>
          <ac:spMkLst>
            <pc:docMk/>
            <pc:sldMk cId="2719008219" sldId="259"/>
            <ac:spMk id="87" creationId="{A8DB9CD9-59B1-4D73-BC4C-98796A48EF9B}"/>
          </ac:spMkLst>
        </pc:spChg>
        <pc:spChg chg="add">
          <ac:chgData name="METAYER" userId="S::r.metayer@lprs.fr::175908c9-0163-4ef3-8874-8b21ea70733e" providerId="AD" clId="Web-{65A3695F-714D-A037-FBAE-71A8EDE0A367}" dt="2026-03-01T10:21:46.539" v="642"/>
          <ac:spMkLst>
            <pc:docMk/>
            <pc:sldMk cId="2719008219" sldId="259"/>
            <ac:spMk id="89" creationId="{8874A6A9-41FF-4E33-AFA8-F9F81436A59E}"/>
          </ac:spMkLst>
        </pc:spChg>
        <pc:grpChg chg="add del">
          <ac:chgData name="METAYER" userId="S::r.metayer@lprs.fr::175908c9-0163-4ef3-8874-8b21ea70733e" providerId="AD" clId="Web-{65A3695F-714D-A037-FBAE-71A8EDE0A367}" dt="2026-03-01T10:21:46.539" v="642"/>
          <ac:grpSpMkLst>
            <pc:docMk/>
            <pc:sldMk cId="2719008219" sldId="259"/>
            <ac:grpSpMk id="72" creationId="{18999293-B054-4B57-A26F-D04C2BB11338}"/>
          </ac:grpSpMkLst>
        </pc:grpChg>
        <pc:grpChg chg="add">
          <ac:chgData name="METAYER" userId="S::r.metayer@lprs.fr::175908c9-0163-4ef3-8874-8b21ea70733e" providerId="AD" clId="Web-{65A3695F-714D-A037-FBAE-71A8EDE0A367}" dt="2026-03-01T10:21:46.539" v="642"/>
          <ac:grpSpMkLst>
            <pc:docMk/>
            <pc:sldMk cId="2719008219" sldId="259"/>
            <ac:grpSpMk id="91" creationId="{721D730E-1F97-4071-B143-B05E6D2599BC}"/>
          </ac:grpSpMkLst>
        </pc:grpChg>
      </pc:sldChg>
      <pc:sldChg chg="addSp delSp modSp">
        <pc:chgData name="METAYER" userId="S::r.metayer@lprs.fr::175908c9-0163-4ef3-8874-8b21ea70733e" providerId="AD" clId="Web-{65A3695F-714D-A037-FBAE-71A8EDE0A367}" dt="2026-02-27T20:43:48.386" v="472" actId="20577"/>
        <pc:sldMkLst>
          <pc:docMk/>
          <pc:sldMk cId="1245031670" sldId="260"/>
        </pc:sldMkLst>
        <pc:spChg chg="mod">
          <ac:chgData name="METAYER" userId="S::r.metayer@lprs.fr::175908c9-0163-4ef3-8874-8b21ea70733e" providerId="AD" clId="Web-{65A3695F-714D-A037-FBAE-71A8EDE0A367}" dt="2026-02-27T20:43:48.386" v="472" actId="20577"/>
          <ac:spMkLst>
            <pc:docMk/>
            <pc:sldMk cId="1245031670" sldId="260"/>
            <ac:spMk id="2" creationId="{5CC70F6E-82E1-F893-C075-25A366AD0259}"/>
          </ac:spMkLst>
        </pc:spChg>
        <pc:spChg chg="mod">
          <ac:chgData name="METAYER" userId="S::r.metayer@lprs.fr::175908c9-0163-4ef3-8874-8b21ea70733e" providerId="AD" clId="Web-{65A3695F-714D-A037-FBAE-71A8EDE0A367}" dt="2026-02-27T17:08:38.476" v="158"/>
          <ac:spMkLst>
            <pc:docMk/>
            <pc:sldMk cId="1245031670" sldId="260"/>
            <ac:spMk id="3" creationId="{D4FB13F3-2991-0608-2FF9-07E2B19053C8}"/>
          </ac:spMkLst>
        </pc:spChg>
        <pc:spChg chg="add mod">
          <ac:chgData name="METAYER" userId="S::r.metayer@lprs.fr::175908c9-0163-4ef3-8874-8b21ea70733e" providerId="AD" clId="Web-{65A3695F-714D-A037-FBAE-71A8EDE0A367}" dt="2026-02-27T17:20:34.276" v="299"/>
          <ac:spMkLst>
            <pc:docMk/>
            <pc:sldMk cId="1245031670" sldId="260"/>
            <ac:spMk id="4" creationId="{CD9D3C8B-45F8-7688-0ADF-2C557BD938A9}"/>
          </ac:spMkLst>
        </pc:spChg>
        <pc:spChg chg="add">
          <ac:chgData name="METAYER" userId="S::r.metayer@lprs.fr::175908c9-0163-4ef3-8874-8b21ea70733e" providerId="AD" clId="Web-{65A3695F-714D-A037-FBAE-71A8EDE0A367}" dt="2026-02-27T17:08:38.476" v="158"/>
          <ac:spMkLst>
            <pc:docMk/>
            <pc:sldMk cId="1245031670" sldId="260"/>
            <ac:spMk id="108" creationId="{73A25D70-4A55-4F72-B9C5-A69CDBF4DB42}"/>
          </ac:spMkLst>
        </pc:spChg>
        <pc:spChg chg="add">
          <ac:chgData name="METAYER" userId="S::r.metayer@lprs.fr::175908c9-0163-4ef3-8874-8b21ea70733e" providerId="AD" clId="Web-{65A3695F-714D-A037-FBAE-71A8EDE0A367}" dt="2026-02-27T17:08:38.476" v="158"/>
          <ac:spMkLst>
            <pc:docMk/>
            <pc:sldMk cId="1245031670" sldId="260"/>
            <ac:spMk id="110" creationId="{54957100-6D8B-4161-9F2F-C0A949EC84C4}"/>
          </ac:spMkLst>
        </pc:spChg>
        <pc:spChg chg="add">
          <ac:chgData name="METAYER" userId="S::r.metayer@lprs.fr::175908c9-0163-4ef3-8874-8b21ea70733e" providerId="AD" clId="Web-{65A3695F-714D-A037-FBAE-71A8EDE0A367}" dt="2026-02-27T17:08:38.476" v="158"/>
          <ac:spMkLst>
            <pc:docMk/>
            <pc:sldMk cId="1245031670" sldId="260"/>
            <ac:spMk id="112" creationId="{0BD8B065-EE51-4AE2-A94C-86249998FD7B}"/>
          </ac:spMkLst>
        </pc:spChg>
      </pc:sldChg>
      <pc:sldChg chg="addSp delSp modSp">
        <pc:chgData name="METAYER" userId="S::r.metayer@lprs.fr::175908c9-0163-4ef3-8874-8b21ea70733e" providerId="AD" clId="Web-{65A3695F-714D-A037-FBAE-71A8EDE0A367}" dt="2026-03-01T10:21:51.461" v="643"/>
        <pc:sldMkLst>
          <pc:docMk/>
          <pc:sldMk cId="127434956" sldId="261"/>
        </pc:sldMkLst>
        <pc:spChg chg="mod">
          <ac:chgData name="METAYER" userId="S::r.metayer@lprs.fr::175908c9-0163-4ef3-8874-8b21ea70733e" providerId="AD" clId="Web-{65A3695F-714D-A037-FBAE-71A8EDE0A367}" dt="2026-03-01T10:21:51.461" v="643"/>
          <ac:spMkLst>
            <pc:docMk/>
            <pc:sldMk cId="127434956" sldId="261"/>
            <ac:spMk id="2" creationId="{E8603BD0-EA55-CF33-4FAC-A1C3AFE5D559}"/>
          </ac:spMkLst>
        </pc:spChg>
        <pc:spChg chg="mod">
          <ac:chgData name="METAYER" userId="S::r.metayer@lprs.fr::175908c9-0163-4ef3-8874-8b21ea70733e" providerId="AD" clId="Web-{65A3695F-714D-A037-FBAE-71A8EDE0A367}" dt="2026-03-01T10:21:51.461" v="643"/>
          <ac:spMkLst>
            <pc:docMk/>
            <pc:sldMk cId="127434956" sldId="261"/>
            <ac:spMk id="3" creationId="{B22CF430-81E4-E650-6A35-38FABCC90437}"/>
          </ac:spMkLst>
        </pc:spChg>
        <pc:spChg chg="add mod">
          <ac:chgData name="METAYER" userId="S::r.metayer@lprs.fr::175908c9-0163-4ef3-8874-8b21ea70733e" providerId="AD" clId="Web-{65A3695F-714D-A037-FBAE-71A8EDE0A367}" dt="2026-03-01T10:21:51.461" v="643"/>
          <ac:spMkLst>
            <pc:docMk/>
            <pc:sldMk cId="127434956" sldId="261"/>
            <ac:spMk id="4" creationId="{E0E45C9C-2660-16D4-38D2-B6648323A299}"/>
          </ac:spMkLst>
        </pc:spChg>
        <pc:spChg chg="add del">
          <ac:chgData name="METAYER" userId="S::r.metayer@lprs.fr::175908c9-0163-4ef3-8874-8b21ea70733e" providerId="AD" clId="Web-{65A3695F-714D-A037-FBAE-71A8EDE0A367}" dt="2026-03-01T10:21:51.461" v="643"/>
          <ac:spMkLst>
            <pc:docMk/>
            <pc:sldMk cId="127434956" sldId="261"/>
            <ac:spMk id="66" creationId="{73A25D70-4A55-4F72-B9C5-A69CDBF4DB42}"/>
          </ac:spMkLst>
        </pc:spChg>
        <pc:spChg chg="add del">
          <ac:chgData name="METAYER" userId="S::r.metayer@lprs.fr::175908c9-0163-4ef3-8874-8b21ea70733e" providerId="AD" clId="Web-{65A3695F-714D-A037-FBAE-71A8EDE0A367}" dt="2026-03-01T10:21:51.461" v="643"/>
          <ac:spMkLst>
            <pc:docMk/>
            <pc:sldMk cId="127434956" sldId="261"/>
            <ac:spMk id="68" creationId="{54957100-6D8B-4161-9F2F-C0A949EC84C4}"/>
          </ac:spMkLst>
        </pc:spChg>
        <pc:spChg chg="add del">
          <ac:chgData name="METAYER" userId="S::r.metayer@lprs.fr::175908c9-0163-4ef3-8874-8b21ea70733e" providerId="AD" clId="Web-{65A3695F-714D-A037-FBAE-71A8EDE0A367}" dt="2026-03-01T10:21:51.461" v="643"/>
          <ac:spMkLst>
            <pc:docMk/>
            <pc:sldMk cId="127434956" sldId="261"/>
            <ac:spMk id="70" creationId="{0BD8B065-EE51-4AE2-A94C-86249998FD7B}"/>
          </ac:spMkLst>
        </pc:spChg>
        <pc:spChg chg="add">
          <ac:chgData name="METAYER" userId="S::r.metayer@lprs.fr::175908c9-0163-4ef3-8874-8b21ea70733e" providerId="AD" clId="Web-{65A3695F-714D-A037-FBAE-71A8EDE0A367}" dt="2026-03-01T10:21:51.461" v="643"/>
          <ac:spMkLst>
            <pc:docMk/>
            <pc:sldMk cId="127434956" sldId="261"/>
            <ac:spMk id="87" creationId="{A8DB9CD9-59B1-4D73-BC4C-98796A48EF9B}"/>
          </ac:spMkLst>
        </pc:spChg>
        <pc:spChg chg="add">
          <ac:chgData name="METAYER" userId="S::r.metayer@lprs.fr::175908c9-0163-4ef3-8874-8b21ea70733e" providerId="AD" clId="Web-{65A3695F-714D-A037-FBAE-71A8EDE0A367}" dt="2026-03-01T10:21:51.461" v="643"/>
          <ac:spMkLst>
            <pc:docMk/>
            <pc:sldMk cId="127434956" sldId="261"/>
            <ac:spMk id="89" creationId="{8874A6A9-41FF-4E33-AFA8-F9F81436A59E}"/>
          </ac:spMkLst>
        </pc:spChg>
        <pc:grpChg chg="del">
          <ac:chgData name="METAYER" userId="S::r.metayer@lprs.fr::175908c9-0163-4ef3-8874-8b21ea70733e" providerId="AD" clId="Web-{65A3695F-714D-A037-FBAE-71A8EDE0A367}" dt="2026-03-01T10:21:51.461" v="643"/>
          <ac:grpSpMkLst>
            <pc:docMk/>
            <pc:sldMk cId="127434956" sldId="261"/>
            <ac:grpSpMk id="72" creationId="{18999293-B054-4B57-A26F-D04C2BB11338}"/>
          </ac:grpSpMkLst>
        </pc:grpChg>
        <pc:grpChg chg="del">
          <ac:chgData name="METAYER" userId="S::r.metayer@lprs.fr::175908c9-0163-4ef3-8874-8b21ea70733e" providerId="AD" clId="Web-{65A3695F-714D-A037-FBAE-71A8EDE0A367}" dt="2026-03-01T10:21:51.461" v="643"/>
          <ac:grpSpMkLst>
            <pc:docMk/>
            <pc:sldMk cId="127434956" sldId="261"/>
            <ac:grpSpMk id="78" creationId="{761945C4-D997-42F3-B59A-984CF0066715}"/>
          </ac:grpSpMkLst>
        </pc:grpChg>
      </pc:sldChg>
      <pc:sldChg chg="addSp delSp modSp">
        <pc:chgData name="METAYER" userId="S::r.metayer@lprs.fr::175908c9-0163-4ef3-8874-8b21ea70733e" providerId="AD" clId="Web-{65A3695F-714D-A037-FBAE-71A8EDE0A367}" dt="2026-03-01T10:21:55.148" v="644"/>
        <pc:sldMkLst>
          <pc:docMk/>
          <pc:sldMk cId="3673604528" sldId="262"/>
        </pc:sldMkLst>
        <pc:spChg chg="mod">
          <ac:chgData name="METAYER" userId="S::r.metayer@lprs.fr::175908c9-0163-4ef3-8874-8b21ea70733e" providerId="AD" clId="Web-{65A3695F-714D-A037-FBAE-71A8EDE0A367}" dt="2026-03-01T10:21:55.148" v="644"/>
          <ac:spMkLst>
            <pc:docMk/>
            <pc:sldMk cId="3673604528" sldId="262"/>
            <ac:spMk id="2" creationId="{E09F5B37-1B7A-8423-DB84-17FBBF2E71C5}"/>
          </ac:spMkLst>
        </pc:spChg>
        <pc:spChg chg="mod">
          <ac:chgData name="METAYER" userId="S::r.metayer@lprs.fr::175908c9-0163-4ef3-8874-8b21ea70733e" providerId="AD" clId="Web-{65A3695F-714D-A037-FBAE-71A8EDE0A367}" dt="2026-03-01T10:21:55.148" v="644"/>
          <ac:spMkLst>
            <pc:docMk/>
            <pc:sldMk cId="3673604528" sldId="262"/>
            <ac:spMk id="3" creationId="{AB765513-6579-1FBD-908B-9E66765EAC9A}"/>
          </ac:spMkLst>
        </pc:spChg>
        <pc:spChg chg="add mod">
          <ac:chgData name="METAYER" userId="S::r.metayer@lprs.fr::175908c9-0163-4ef3-8874-8b21ea70733e" providerId="AD" clId="Web-{65A3695F-714D-A037-FBAE-71A8EDE0A367}" dt="2026-03-01T10:21:55.148" v="644"/>
          <ac:spMkLst>
            <pc:docMk/>
            <pc:sldMk cId="3673604528" sldId="262"/>
            <ac:spMk id="4" creationId="{ABA72913-552B-7D03-4555-CE82E7438433}"/>
          </ac:spMkLst>
        </pc:spChg>
        <pc:spChg chg="add del">
          <ac:chgData name="METAYER" userId="S::r.metayer@lprs.fr::175908c9-0163-4ef3-8874-8b21ea70733e" providerId="AD" clId="Web-{65A3695F-714D-A037-FBAE-71A8EDE0A367}" dt="2026-03-01T10:21:55.148" v="644"/>
          <ac:spMkLst>
            <pc:docMk/>
            <pc:sldMk cId="3673604528" sldId="262"/>
            <ac:spMk id="57" creationId="{73A25D70-4A55-4F72-B9C5-A69CDBF4DB42}"/>
          </ac:spMkLst>
        </pc:spChg>
        <pc:spChg chg="add del">
          <ac:chgData name="METAYER" userId="S::r.metayer@lprs.fr::175908c9-0163-4ef3-8874-8b21ea70733e" providerId="AD" clId="Web-{65A3695F-714D-A037-FBAE-71A8EDE0A367}" dt="2026-03-01T10:21:55.148" v="644"/>
          <ac:spMkLst>
            <pc:docMk/>
            <pc:sldMk cId="3673604528" sldId="262"/>
            <ac:spMk id="59" creationId="{54957100-6D8B-4161-9F2F-C0A949EC84C4}"/>
          </ac:spMkLst>
        </pc:spChg>
        <pc:spChg chg="add del">
          <ac:chgData name="METAYER" userId="S::r.metayer@lprs.fr::175908c9-0163-4ef3-8874-8b21ea70733e" providerId="AD" clId="Web-{65A3695F-714D-A037-FBAE-71A8EDE0A367}" dt="2026-03-01T10:21:55.148" v="644"/>
          <ac:spMkLst>
            <pc:docMk/>
            <pc:sldMk cId="3673604528" sldId="262"/>
            <ac:spMk id="61" creationId="{0BD8B065-EE51-4AE2-A94C-86249998FD7B}"/>
          </ac:spMkLst>
        </pc:spChg>
        <pc:spChg chg="add">
          <ac:chgData name="METAYER" userId="S::r.metayer@lprs.fr::175908c9-0163-4ef3-8874-8b21ea70733e" providerId="AD" clId="Web-{65A3695F-714D-A037-FBAE-71A8EDE0A367}" dt="2026-03-01T10:21:55.148" v="644"/>
          <ac:spMkLst>
            <pc:docMk/>
            <pc:sldMk cId="3673604528" sldId="262"/>
            <ac:spMk id="78" creationId="{A8DB9CD9-59B1-4D73-BC4C-98796A48EF9B}"/>
          </ac:spMkLst>
        </pc:spChg>
        <pc:spChg chg="add">
          <ac:chgData name="METAYER" userId="S::r.metayer@lprs.fr::175908c9-0163-4ef3-8874-8b21ea70733e" providerId="AD" clId="Web-{65A3695F-714D-A037-FBAE-71A8EDE0A367}" dt="2026-03-01T10:21:55.148" v="644"/>
          <ac:spMkLst>
            <pc:docMk/>
            <pc:sldMk cId="3673604528" sldId="262"/>
            <ac:spMk id="80" creationId="{8874A6A9-41FF-4E33-AFA8-F9F81436A59E}"/>
          </ac:spMkLst>
        </pc:spChg>
        <pc:grpChg chg="add del">
          <ac:chgData name="METAYER" userId="S::r.metayer@lprs.fr::175908c9-0163-4ef3-8874-8b21ea70733e" providerId="AD" clId="Web-{65A3695F-714D-A037-FBAE-71A8EDE0A367}" dt="2026-03-01T10:21:55.148" v="644"/>
          <ac:grpSpMkLst>
            <pc:docMk/>
            <pc:sldMk cId="3673604528" sldId="262"/>
            <ac:grpSpMk id="63" creationId="{18999293-B054-4B57-A26F-D04C2BB11338}"/>
          </ac:grpSpMkLst>
        </pc:grpChg>
        <pc:grpChg chg="add">
          <ac:chgData name="METAYER" userId="S::r.metayer@lprs.fr::175908c9-0163-4ef3-8874-8b21ea70733e" providerId="AD" clId="Web-{65A3695F-714D-A037-FBAE-71A8EDE0A367}" dt="2026-03-01T10:21:55.148" v="644"/>
          <ac:grpSpMkLst>
            <pc:docMk/>
            <pc:sldMk cId="3673604528" sldId="262"/>
            <ac:grpSpMk id="82" creationId="{721D730E-1F97-4071-B143-B05E6D2599BC}"/>
          </ac:grpSpMkLst>
        </pc:grpChg>
      </pc:sldChg>
      <pc:sldChg chg="addSp delSp modSp">
        <pc:chgData name="METAYER" userId="S::r.metayer@lprs.fr::175908c9-0163-4ef3-8874-8b21ea70733e" providerId="AD" clId="Web-{65A3695F-714D-A037-FBAE-71A8EDE0A367}" dt="2026-02-27T17:20:34.276" v="299"/>
        <pc:sldMkLst>
          <pc:docMk/>
          <pc:sldMk cId="890622056" sldId="263"/>
        </pc:sldMkLst>
        <pc:spChg chg="mod">
          <ac:chgData name="METAYER" userId="S::r.metayer@lprs.fr::175908c9-0163-4ef3-8874-8b21ea70733e" providerId="AD" clId="Web-{65A3695F-714D-A037-FBAE-71A8EDE0A367}" dt="2026-02-27T17:08:25.601" v="156" actId="20577"/>
          <ac:spMkLst>
            <pc:docMk/>
            <pc:sldMk cId="890622056" sldId="263"/>
            <ac:spMk id="2" creationId="{04959662-6DE9-D2DF-467B-8F88169CAACC}"/>
          </ac:spMkLst>
        </pc:spChg>
        <pc:spChg chg="mod">
          <ac:chgData name="METAYER" userId="S::r.metayer@lprs.fr::175908c9-0163-4ef3-8874-8b21ea70733e" providerId="AD" clId="Web-{65A3695F-714D-A037-FBAE-71A8EDE0A367}" dt="2026-02-27T17:07:59.632" v="154"/>
          <ac:spMkLst>
            <pc:docMk/>
            <pc:sldMk cId="890622056" sldId="263"/>
            <ac:spMk id="3" creationId="{24D6CF93-FBA1-9539-F655-0B60E34A163D}"/>
          </ac:spMkLst>
        </pc:spChg>
        <pc:spChg chg="add mod">
          <ac:chgData name="METAYER" userId="S::r.metayer@lprs.fr::175908c9-0163-4ef3-8874-8b21ea70733e" providerId="AD" clId="Web-{65A3695F-714D-A037-FBAE-71A8EDE0A367}" dt="2026-02-27T17:20:34.276" v="299"/>
          <ac:spMkLst>
            <pc:docMk/>
            <pc:sldMk cId="890622056" sldId="263"/>
            <ac:spMk id="4" creationId="{07045058-308D-D80C-0684-AD6FFA15F259}"/>
          </ac:spMkLst>
        </pc:spChg>
        <pc:spChg chg="add">
          <ac:chgData name="METAYER" userId="S::r.metayer@lprs.fr::175908c9-0163-4ef3-8874-8b21ea70733e" providerId="AD" clId="Web-{65A3695F-714D-A037-FBAE-71A8EDE0A367}" dt="2026-02-27T17:07:59.632" v="154"/>
          <ac:spMkLst>
            <pc:docMk/>
            <pc:sldMk cId="890622056" sldId="263"/>
            <ac:spMk id="265" creationId="{A8DB9CD9-59B1-4D73-BC4C-98796A48EF9B}"/>
          </ac:spMkLst>
        </pc:spChg>
        <pc:spChg chg="add">
          <ac:chgData name="METAYER" userId="S::r.metayer@lprs.fr::175908c9-0163-4ef3-8874-8b21ea70733e" providerId="AD" clId="Web-{65A3695F-714D-A037-FBAE-71A8EDE0A367}" dt="2026-02-27T17:07:59.632" v="154"/>
          <ac:spMkLst>
            <pc:docMk/>
            <pc:sldMk cId="890622056" sldId="263"/>
            <ac:spMk id="266" creationId="{8874A6A9-41FF-4E33-AFA8-F9F81436A59E}"/>
          </ac:spMkLst>
        </pc:spChg>
      </pc:sldChg>
      <pc:sldChg chg="addSp delSp modSp ord">
        <pc:chgData name="METAYER" userId="S::r.metayer@lprs.fr::175908c9-0163-4ef3-8874-8b21ea70733e" providerId="AD" clId="Web-{65A3695F-714D-A037-FBAE-71A8EDE0A367}" dt="2026-02-27T20:44:04.528" v="474" actId="20577"/>
        <pc:sldMkLst>
          <pc:docMk/>
          <pc:sldMk cId="3894909702" sldId="264"/>
        </pc:sldMkLst>
        <pc:spChg chg="mod">
          <ac:chgData name="METAYER" userId="S::r.metayer@lprs.fr::175908c9-0163-4ef3-8874-8b21ea70733e" providerId="AD" clId="Web-{65A3695F-714D-A037-FBAE-71A8EDE0A367}" dt="2026-02-27T20:44:04.528" v="474" actId="20577"/>
          <ac:spMkLst>
            <pc:docMk/>
            <pc:sldMk cId="3894909702" sldId="264"/>
            <ac:spMk id="2" creationId="{184953F3-65ED-83C6-532D-6AC86CA6A777}"/>
          </ac:spMkLst>
        </pc:spChg>
        <pc:spChg chg="add mod">
          <ac:chgData name="METAYER" userId="S::r.metayer@lprs.fr::175908c9-0163-4ef3-8874-8b21ea70733e" providerId="AD" clId="Web-{65A3695F-714D-A037-FBAE-71A8EDE0A367}" dt="2026-02-27T20:42:45.461" v="452" actId="20577"/>
          <ac:spMkLst>
            <pc:docMk/>
            <pc:sldMk cId="3894909702" sldId="264"/>
            <ac:spMk id="15" creationId="{CDC32A6D-5A87-3BB2-1DC3-2F35FE1D0434}"/>
          </ac:spMkLst>
        </pc:spChg>
        <pc:spChg chg="add mod">
          <ac:chgData name="METAYER" userId="S::r.metayer@lprs.fr::175908c9-0163-4ef3-8874-8b21ea70733e" providerId="AD" clId="Web-{65A3695F-714D-A037-FBAE-71A8EDE0A367}" dt="2026-02-27T17:20:29.089" v="298"/>
          <ac:spMkLst>
            <pc:docMk/>
            <pc:sldMk cId="3894909702" sldId="264"/>
            <ac:spMk id="17" creationId="{C41DA9ED-DEC2-76FF-CFFE-45257C624444}"/>
          </ac:spMkLst>
        </pc:spChg>
        <pc:spChg chg="add">
          <ac:chgData name="METAYER" userId="S::r.metayer@lprs.fr::175908c9-0163-4ef3-8874-8b21ea70733e" providerId="AD" clId="Web-{65A3695F-714D-A037-FBAE-71A8EDE0A367}" dt="2026-02-27T17:08:42.304" v="159"/>
          <ac:spMkLst>
            <pc:docMk/>
            <pc:sldMk cId="3894909702" sldId="264"/>
            <ac:spMk id="66" creationId="{73A25D70-4A55-4F72-B9C5-A69CDBF4DB42}"/>
          </ac:spMkLst>
        </pc:spChg>
        <pc:spChg chg="add">
          <ac:chgData name="METAYER" userId="S::r.metayer@lprs.fr::175908c9-0163-4ef3-8874-8b21ea70733e" providerId="AD" clId="Web-{65A3695F-714D-A037-FBAE-71A8EDE0A367}" dt="2026-02-27T17:08:42.304" v="159"/>
          <ac:spMkLst>
            <pc:docMk/>
            <pc:sldMk cId="3894909702" sldId="264"/>
            <ac:spMk id="68" creationId="{54957100-6D8B-4161-9F2F-C0A949EC84C4}"/>
          </ac:spMkLst>
        </pc:spChg>
        <pc:spChg chg="add">
          <ac:chgData name="METAYER" userId="S::r.metayer@lprs.fr::175908c9-0163-4ef3-8874-8b21ea70733e" providerId="AD" clId="Web-{65A3695F-714D-A037-FBAE-71A8EDE0A367}" dt="2026-02-27T17:08:42.304" v="159"/>
          <ac:spMkLst>
            <pc:docMk/>
            <pc:sldMk cId="3894909702" sldId="264"/>
            <ac:spMk id="70" creationId="{0BD8B065-EE51-4AE2-A94C-86249998FD7B}"/>
          </ac:spMkLst>
        </pc:spChg>
        <pc:grpChg chg="add">
          <ac:chgData name="METAYER" userId="S::r.metayer@lprs.fr::175908c9-0163-4ef3-8874-8b21ea70733e" providerId="AD" clId="Web-{65A3695F-714D-A037-FBAE-71A8EDE0A367}" dt="2026-02-27T17:08:42.304" v="159"/>
          <ac:grpSpMkLst>
            <pc:docMk/>
            <pc:sldMk cId="3894909702" sldId="264"/>
            <ac:grpSpMk id="78" creationId="{761945C4-D997-42F3-B59A-984CF0066715}"/>
          </ac:grpSpMkLst>
        </pc:grpChg>
        <pc:picChg chg="add mod">
          <ac:chgData name="METAYER" userId="S::r.metayer@lprs.fr::175908c9-0163-4ef3-8874-8b21ea70733e" providerId="AD" clId="Web-{65A3695F-714D-A037-FBAE-71A8EDE0A367}" dt="2026-02-27T17:23:10.544" v="300" actId="1076"/>
          <ac:picMkLst>
            <pc:docMk/>
            <pc:sldMk cId="3894909702" sldId="264"/>
            <ac:picMk id="4" creationId="{3A5090AC-C2E7-8CB0-55C8-E3FC9D6FB089}"/>
          </ac:picMkLst>
        </pc:picChg>
      </pc:sldChg>
      <pc:sldChg chg="addSp delSp modSp mod modClrScheme delDesignElem chgLayout">
        <pc:chgData name="METAYER" userId="S::r.metayer@lprs.fr::175908c9-0163-4ef3-8874-8b21ea70733e" providerId="AD" clId="Web-{65A3695F-714D-A037-FBAE-71A8EDE0A367}" dt="2026-03-01T10:15:14.214" v="541" actId="1076"/>
        <pc:sldMkLst>
          <pc:docMk/>
          <pc:sldMk cId="1221806334" sldId="265"/>
        </pc:sldMkLst>
        <pc:spChg chg="mod ord">
          <ac:chgData name="METAYER" userId="S::r.metayer@lprs.fr::175908c9-0163-4ef3-8874-8b21ea70733e" providerId="AD" clId="Web-{65A3695F-714D-A037-FBAE-71A8EDE0A367}" dt="2026-03-01T10:15:14.151" v="540" actId="20577"/>
          <ac:spMkLst>
            <pc:docMk/>
            <pc:sldMk cId="1221806334" sldId="265"/>
            <ac:spMk id="2" creationId="{2EF0CF28-C0D8-883A-FF58-56478B2EE92C}"/>
          </ac:spMkLst>
        </pc:spChg>
        <pc:spChg chg="add del">
          <ac:chgData name="METAYER" userId="S::r.metayer@lprs.fr::175908c9-0163-4ef3-8874-8b21ea70733e" providerId="AD" clId="Web-{65A3695F-714D-A037-FBAE-71A8EDE0A367}" dt="2026-03-01T10:14:05.243" v="515"/>
          <ac:spMkLst>
            <pc:docMk/>
            <pc:sldMk cId="1221806334" sldId="265"/>
            <ac:spMk id="125" creationId="{4BC99CB9-DDAD-44A2-8A1C-E3AF4E72DF5C}"/>
          </ac:spMkLst>
        </pc:spChg>
        <pc:spChg chg="add del">
          <ac:chgData name="METAYER" userId="S::r.metayer@lprs.fr::175908c9-0163-4ef3-8874-8b21ea70733e" providerId="AD" clId="Web-{65A3695F-714D-A037-FBAE-71A8EDE0A367}" dt="2026-03-01T10:14:05.243" v="515"/>
          <ac:spMkLst>
            <pc:docMk/>
            <pc:sldMk cId="1221806334" sldId="265"/>
            <ac:spMk id="127" creationId="{64053CBF-3932-45FF-8285-EE5146085F3A}"/>
          </ac:spMkLst>
        </pc:spChg>
        <pc:spChg chg="add mod">
          <ac:chgData name="METAYER" userId="S::r.metayer@lprs.fr::175908c9-0163-4ef3-8874-8b21ea70733e" providerId="AD" clId="Web-{65A3695F-714D-A037-FBAE-71A8EDE0A367}" dt="2026-03-01T10:14:05.243" v="515"/>
          <ac:spMkLst>
            <pc:docMk/>
            <pc:sldMk cId="1221806334" sldId="265"/>
            <ac:spMk id="398" creationId="{F028607C-E447-8CE6-0230-C8E521F55080}"/>
          </ac:spMkLst>
        </pc:spChg>
        <pc:spChg chg="add del">
          <ac:chgData name="METAYER" userId="S::r.metayer@lprs.fr::175908c9-0163-4ef3-8874-8b21ea70733e" providerId="AD" clId="Web-{65A3695F-714D-A037-FBAE-71A8EDE0A367}" dt="2026-03-01T10:14:05.243" v="515"/>
          <ac:spMkLst>
            <pc:docMk/>
            <pc:sldMk cId="1221806334" sldId="265"/>
            <ac:spMk id="403" creationId="{BACC6370-2D7E-4714-9D71-7542949D7D5D}"/>
          </ac:spMkLst>
        </pc:spChg>
        <pc:spChg chg="add del">
          <ac:chgData name="METAYER" userId="S::r.metayer@lprs.fr::175908c9-0163-4ef3-8874-8b21ea70733e" providerId="AD" clId="Web-{65A3695F-714D-A037-FBAE-71A8EDE0A367}" dt="2026-03-01T10:14:05.243" v="515"/>
          <ac:spMkLst>
            <pc:docMk/>
            <pc:sldMk cId="1221806334" sldId="265"/>
            <ac:spMk id="405" creationId="{F68B3F68-107C-434F-AA38-110D5EA91B85}"/>
          </ac:spMkLst>
        </pc:spChg>
        <pc:spChg chg="add del">
          <ac:chgData name="METAYER" userId="S::r.metayer@lprs.fr::175908c9-0163-4ef3-8874-8b21ea70733e" providerId="AD" clId="Web-{65A3695F-714D-A037-FBAE-71A8EDE0A367}" dt="2026-03-01T10:14:05.243" v="515"/>
          <ac:spMkLst>
            <pc:docMk/>
            <pc:sldMk cId="1221806334" sldId="265"/>
            <ac:spMk id="407" creationId="{AAD0DBB9-1A4B-4391-81D4-CB19F9AB918A}"/>
          </ac:spMkLst>
        </pc:spChg>
        <pc:spChg chg="add del">
          <ac:chgData name="METAYER" userId="S::r.metayer@lprs.fr::175908c9-0163-4ef3-8874-8b21ea70733e" providerId="AD" clId="Web-{65A3695F-714D-A037-FBAE-71A8EDE0A367}" dt="2026-03-01T10:14:05.243" v="515"/>
          <ac:spMkLst>
            <pc:docMk/>
            <pc:sldMk cId="1221806334" sldId="265"/>
            <ac:spMk id="409" creationId="{063BBA22-50EA-4C4D-BE05-F1CE4E63AA56}"/>
          </ac:spMkLst>
        </pc:spChg>
        <pc:grpChg chg="add">
          <ac:chgData name="METAYER" userId="S::r.metayer@lprs.fr::175908c9-0163-4ef3-8874-8b21ea70733e" providerId="AD" clId="Web-{65A3695F-714D-A037-FBAE-71A8EDE0A367}" dt="2026-02-27T17:02:02.375" v="103"/>
          <ac:grpSpMkLst>
            <pc:docMk/>
            <pc:sldMk cId="1221806334" sldId="265"/>
            <ac:grpSpMk id="122" creationId="{2E751C04-BEA6-446B-A678-9C74819EBD4C}"/>
          </ac:grpSpMkLst>
        </pc:grpChg>
        <pc:grpChg chg="add del">
          <ac:chgData name="METAYER" userId="S::r.metayer@lprs.fr::175908c9-0163-4ef3-8874-8b21ea70733e" providerId="AD" clId="Web-{65A3695F-714D-A037-FBAE-71A8EDE0A367}" dt="2026-03-01T10:14:05.243" v="515"/>
          <ac:grpSpMkLst>
            <pc:docMk/>
            <pc:sldMk cId="1221806334" sldId="265"/>
            <ac:grpSpMk id="128" creationId="{B63ACBA3-DEFD-4C6D-BBA0-64468FA99C2D}"/>
          </ac:grpSpMkLst>
        </pc:grpChg>
        <pc:graphicFrameChg chg="add mod ord modGraphic">
          <ac:chgData name="METAYER" userId="S::r.metayer@lprs.fr::175908c9-0163-4ef3-8874-8b21ea70733e" providerId="AD" clId="Web-{65A3695F-714D-A037-FBAE-71A8EDE0A367}" dt="2026-03-01T10:15:14.214" v="541" actId="1076"/>
          <ac:graphicFrameMkLst>
            <pc:docMk/>
            <pc:sldMk cId="1221806334" sldId="265"/>
            <ac:graphicFrameMk id="92" creationId="{CA522258-D93E-16C4-C088-0E30C8B7CDFD}"/>
          </ac:graphicFrameMkLst>
        </pc:graphicFrameChg>
      </pc:sldChg>
      <pc:sldChg chg="addSp delSp modSp add replId">
        <pc:chgData name="METAYER" userId="S::r.metayer@lprs.fr::175908c9-0163-4ef3-8874-8b21ea70733e" providerId="AD" clId="Web-{65A3695F-714D-A037-FBAE-71A8EDE0A367}" dt="2026-03-01T10:21:39.851" v="641"/>
        <pc:sldMkLst>
          <pc:docMk/>
          <pc:sldMk cId="2937813572" sldId="267"/>
        </pc:sldMkLst>
        <pc:spChg chg="mod">
          <ac:chgData name="METAYER" userId="S::r.metayer@lprs.fr::175908c9-0163-4ef3-8874-8b21ea70733e" providerId="AD" clId="Web-{65A3695F-714D-A037-FBAE-71A8EDE0A367}" dt="2026-03-01T10:21:39.851" v="641"/>
          <ac:spMkLst>
            <pc:docMk/>
            <pc:sldMk cId="2937813572" sldId="267"/>
            <ac:spMk id="2" creationId="{02F1B81A-5944-708F-B8ED-EEDDF58F1CC8}"/>
          </ac:spMkLst>
        </pc:spChg>
        <pc:spChg chg="mod">
          <ac:chgData name="METAYER" userId="S::r.metayer@lprs.fr::175908c9-0163-4ef3-8874-8b21ea70733e" providerId="AD" clId="Web-{65A3695F-714D-A037-FBAE-71A8EDE0A367}" dt="2026-03-01T10:21:39.851" v="641"/>
          <ac:spMkLst>
            <pc:docMk/>
            <pc:sldMk cId="2937813572" sldId="267"/>
            <ac:spMk id="3" creationId="{D8E93467-8D17-AEA9-41E6-7C23BAC10780}"/>
          </ac:spMkLst>
        </pc:spChg>
        <pc:spChg chg="add mod">
          <ac:chgData name="METAYER" userId="S::r.metayer@lprs.fr::175908c9-0163-4ef3-8874-8b21ea70733e" providerId="AD" clId="Web-{65A3695F-714D-A037-FBAE-71A8EDE0A367}" dt="2026-03-01T10:21:39.851" v="641"/>
          <ac:spMkLst>
            <pc:docMk/>
            <pc:sldMk cId="2937813572" sldId="267"/>
            <ac:spMk id="4" creationId="{C96301C7-2405-6AC1-BFE9-5EBD2BD349C4}"/>
          </ac:spMkLst>
        </pc:spChg>
        <pc:spChg chg="del">
          <ac:chgData name="METAYER" userId="S::r.metayer@lprs.fr::175908c9-0163-4ef3-8874-8b21ea70733e" providerId="AD" clId="Web-{65A3695F-714D-A037-FBAE-71A8EDE0A367}" dt="2026-03-01T10:21:39.851" v="641"/>
          <ac:spMkLst>
            <pc:docMk/>
            <pc:sldMk cId="2937813572" sldId="267"/>
            <ac:spMk id="66" creationId="{548553E3-9FE4-4734-EC91-0C901081612E}"/>
          </ac:spMkLst>
        </pc:spChg>
        <pc:spChg chg="del">
          <ac:chgData name="METAYER" userId="S::r.metayer@lprs.fr::175908c9-0163-4ef3-8874-8b21ea70733e" providerId="AD" clId="Web-{65A3695F-714D-A037-FBAE-71A8EDE0A367}" dt="2026-03-01T10:21:39.851" v="641"/>
          <ac:spMkLst>
            <pc:docMk/>
            <pc:sldMk cId="2937813572" sldId="267"/>
            <ac:spMk id="68" creationId="{8D16DF35-7BF4-C73C-F664-E2053FC2608D}"/>
          </ac:spMkLst>
        </pc:spChg>
        <pc:spChg chg="del">
          <ac:chgData name="METAYER" userId="S::r.metayer@lprs.fr::175908c9-0163-4ef3-8874-8b21ea70733e" providerId="AD" clId="Web-{65A3695F-714D-A037-FBAE-71A8EDE0A367}" dt="2026-03-01T10:21:39.851" v="641"/>
          <ac:spMkLst>
            <pc:docMk/>
            <pc:sldMk cId="2937813572" sldId="267"/>
            <ac:spMk id="70" creationId="{BBBC3D17-EFF0-DEE7-0786-78B6AC5112F2}"/>
          </ac:spMkLst>
        </pc:spChg>
        <pc:spChg chg="add">
          <ac:chgData name="METAYER" userId="S::r.metayer@lprs.fr::175908c9-0163-4ef3-8874-8b21ea70733e" providerId="AD" clId="Web-{65A3695F-714D-A037-FBAE-71A8EDE0A367}" dt="2026-03-01T10:21:39.851" v="641"/>
          <ac:spMkLst>
            <pc:docMk/>
            <pc:sldMk cId="2937813572" sldId="267"/>
            <ac:spMk id="87" creationId="{A8DB9CD9-59B1-4D73-BC4C-98796A48EF9B}"/>
          </ac:spMkLst>
        </pc:spChg>
        <pc:spChg chg="add">
          <ac:chgData name="METAYER" userId="S::r.metayer@lprs.fr::175908c9-0163-4ef3-8874-8b21ea70733e" providerId="AD" clId="Web-{65A3695F-714D-A037-FBAE-71A8EDE0A367}" dt="2026-03-01T10:21:39.851" v="641"/>
          <ac:spMkLst>
            <pc:docMk/>
            <pc:sldMk cId="2937813572" sldId="267"/>
            <ac:spMk id="89" creationId="{8874A6A9-41FF-4E33-AFA8-F9F81436A59E}"/>
          </ac:spMkLst>
        </pc:spChg>
        <pc:grpChg chg="del">
          <ac:chgData name="METAYER" userId="S::r.metayer@lprs.fr::175908c9-0163-4ef3-8874-8b21ea70733e" providerId="AD" clId="Web-{65A3695F-714D-A037-FBAE-71A8EDE0A367}" dt="2026-03-01T10:21:39.851" v="641"/>
          <ac:grpSpMkLst>
            <pc:docMk/>
            <pc:sldMk cId="2937813572" sldId="267"/>
            <ac:grpSpMk id="78" creationId="{D63FA44B-C284-B8AF-EA1C-50542C83D0F7}"/>
          </ac:grpSpMkLst>
        </pc:grpChg>
        <pc:grpChg chg="add">
          <ac:chgData name="METAYER" userId="S::r.metayer@lprs.fr::175908c9-0163-4ef3-8874-8b21ea70733e" providerId="AD" clId="Web-{65A3695F-714D-A037-FBAE-71A8EDE0A367}" dt="2026-03-01T10:21:39.851" v="641"/>
          <ac:grpSpMkLst>
            <pc:docMk/>
            <pc:sldMk cId="2937813572" sldId="267"/>
            <ac:grpSpMk id="91" creationId="{721D730E-1F97-4071-B143-B05E6D2599BC}"/>
          </ac:grpSpMkLst>
        </pc:grpChg>
      </pc:sldChg>
      <pc:sldChg chg="addSp delSp modSp new del mod setBg modClrScheme chgLayout">
        <pc:chgData name="METAYER" userId="S::r.metayer@lprs.fr::175908c9-0163-4ef3-8874-8b21ea70733e" providerId="AD" clId="Web-{65A3695F-714D-A037-FBAE-71A8EDE0A367}" dt="2026-03-01T10:13:15.475" v="506"/>
        <pc:sldMkLst>
          <pc:docMk/>
          <pc:sldMk cId="1107607385" sldId="268"/>
        </pc:sldMkLst>
        <pc:spChg chg="mod ord">
          <ac:chgData name="METAYER" userId="S::r.metayer@lprs.fr::175908c9-0163-4ef3-8874-8b21ea70733e" providerId="AD" clId="Web-{65A3695F-714D-A037-FBAE-71A8EDE0A367}" dt="2026-03-01T10:11:49.299" v="490"/>
          <ac:spMkLst>
            <pc:docMk/>
            <pc:sldMk cId="1107607385" sldId="268"/>
            <ac:spMk id="4" creationId="{8D39BD0B-1318-22CD-CAA8-1854E1CAD4B5}"/>
          </ac:spMkLst>
        </pc:spChg>
        <pc:spChg chg="add mod">
          <ac:chgData name="METAYER" userId="S::r.metayer@lprs.fr::175908c9-0163-4ef3-8874-8b21ea70733e" providerId="AD" clId="Web-{65A3695F-714D-A037-FBAE-71A8EDE0A367}" dt="2026-03-01T10:11:49.299" v="490"/>
          <ac:spMkLst>
            <pc:docMk/>
            <pc:sldMk cId="1107607385" sldId="268"/>
            <ac:spMk id="6" creationId="{74EB2DA1-BDAA-90C8-5DBC-5160AE4FE736}"/>
          </ac:spMkLst>
        </pc:spChg>
        <pc:spChg chg="add">
          <ac:chgData name="METAYER" userId="S::r.metayer@lprs.fr::175908c9-0163-4ef3-8874-8b21ea70733e" providerId="AD" clId="Web-{65A3695F-714D-A037-FBAE-71A8EDE0A367}" dt="2026-03-01T10:11:49.299" v="490"/>
          <ac:spMkLst>
            <pc:docMk/>
            <pc:sldMk cId="1107607385" sldId="268"/>
            <ac:spMk id="11" creationId="{A8DB9CD9-59B1-4D73-BC4C-98796A48EF9B}"/>
          </ac:spMkLst>
        </pc:spChg>
        <pc:spChg chg="add">
          <ac:chgData name="METAYER" userId="S::r.metayer@lprs.fr::175908c9-0163-4ef3-8874-8b21ea70733e" providerId="AD" clId="Web-{65A3695F-714D-A037-FBAE-71A8EDE0A367}" dt="2026-03-01T10:11:49.299" v="490"/>
          <ac:spMkLst>
            <pc:docMk/>
            <pc:sldMk cId="1107607385" sldId="268"/>
            <ac:spMk id="13" creationId="{8874A6A9-41FF-4E33-AFA8-F9F81436A59E}"/>
          </ac:spMkLst>
        </pc:spChg>
        <pc:grpChg chg="add">
          <ac:chgData name="METAYER" userId="S::r.metayer@lprs.fr::175908c9-0163-4ef3-8874-8b21ea70733e" providerId="AD" clId="Web-{65A3695F-714D-A037-FBAE-71A8EDE0A367}" dt="2026-03-01T10:11:49.299" v="490"/>
          <ac:grpSpMkLst>
            <pc:docMk/>
            <pc:sldMk cId="1107607385" sldId="268"/>
            <ac:grpSpMk id="15" creationId="{721D730E-1F97-4071-B143-B05E6D2599BC}"/>
          </ac:grpSpMkLst>
        </pc:grpChg>
      </pc:sldChg>
      <pc:sldChg chg="addSp delSp modSp add replId">
        <pc:chgData name="METAYER" userId="S::r.metayer@lprs.fr::175908c9-0163-4ef3-8874-8b21ea70733e" providerId="AD" clId="Web-{65A3695F-714D-A037-FBAE-71A8EDE0A367}" dt="2026-03-01T10:35:13.603" v="672" actId="1076"/>
        <pc:sldMkLst>
          <pc:docMk/>
          <pc:sldMk cId="2925391424" sldId="269"/>
        </pc:sldMkLst>
        <pc:spChg chg="del">
          <ac:chgData name="METAYER" userId="S::r.metayer@lprs.fr::175908c9-0163-4ef3-8874-8b21ea70733e" providerId="AD" clId="Web-{65A3695F-714D-A037-FBAE-71A8EDE0A367}" dt="2026-03-01T10:12:35.505" v="492"/>
          <ac:spMkLst>
            <pc:docMk/>
            <pc:sldMk cId="2925391424" sldId="269"/>
            <ac:spMk id="2" creationId="{DF8FEB54-07E6-A6FE-7B56-C6ACAD0B7FDC}"/>
          </ac:spMkLst>
        </pc:spChg>
        <pc:spChg chg="del">
          <ac:chgData name="METAYER" userId="S::r.metayer@lprs.fr::175908c9-0163-4ef3-8874-8b21ea70733e" providerId="AD" clId="Web-{65A3695F-714D-A037-FBAE-71A8EDE0A367}" dt="2026-03-01T10:12:42.161" v="494"/>
          <ac:spMkLst>
            <pc:docMk/>
            <pc:sldMk cId="2925391424" sldId="269"/>
            <ac:spMk id="3" creationId="{9933D0F3-132E-3D20-EA1B-54A9657F66CD}"/>
          </ac:spMkLst>
        </pc:spChg>
        <pc:spChg chg="add del mod">
          <ac:chgData name="METAYER" userId="S::r.metayer@lprs.fr::175908c9-0163-4ef3-8874-8b21ea70733e" providerId="AD" clId="Web-{65A3695F-714D-A037-FBAE-71A8EDE0A367}" dt="2026-03-01T10:12:38.958" v="493"/>
          <ac:spMkLst>
            <pc:docMk/>
            <pc:sldMk cId="2925391424" sldId="269"/>
            <ac:spMk id="6" creationId="{1A94A73A-D3BA-7C6F-C1B8-1E8F1282E139}"/>
          </ac:spMkLst>
        </pc:spChg>
        <pc:spChg chg="add mod">
          <ac:chgData name="METAYER" userId="S::r.metayer@lprs.fr::175908c9-0163-4ef3-8874-8b21ea70733e" providerId="AD" clId="Web-{65A3695F-714D-A037-FBAE-71A8EDE0A367}" dt="2026-03-01T10:13:09.959" v="505" actId="20577"/>
          <ac:spMkLst>
            <pc:docMk/>
            <pc:sldMk cId="2925391424" sldId="269"/>
            <ac:spMk id="8" creationId="{887EDD69-2B86-3D1F-7FCE-34B6EEAFD6D9}"/>
          </ac:spMkLst>
        </pc:spChg>
        <pc:picChg chg="add mod">
          <ac:chgData name="METAYER" userId="S::r.metayer@lprs.fr::175908c9-0163-4ef3-8874-8b21ea70733e" providerId="AD" clId="Web-{65A3695F-714D-A037-FBAE-71A8EDE0A367}" dt="2026-03-01T10:35:13.603" v="672" actId="1076"/>
          <ac:picMkLst>
            <pc:docMk/>
            <pc:sldMk cId="2925391424" sldId="269"/>
            <ac:picMk id="9" creationId="{92DFFF2C-2F64-69C8-E261-27A0021B256B}"/>
          </ac:picMkLst>
        </pc:picChg>
      </pc:sldChg>
      <pc:sldChg chg="addSp modSp new mod setBg modClrScheme chgLayout">
        <pc:chgData name="METAYER" userId="S::r.metayer@lprs.fr::175908c9-0163-4ef3-8874-8b21ea70733e" providerId="AD" clId="Web-{65A3695F-714D-A037-FBAE-71A8EDE0A367}" dt="2026-03-01T10:13:28.460" v="509"/>
        <pc:sldMkLst>
          <pc:docMk/>
          <pc:sldMk cId="3698629741" sldId="270"/>
        </pc:sldMkLst>
        <pc:spChg chg="mod ord">
          <ac:chgData name="METAYER" userId="S::r.metayer@lprs.fr::175908c9-0163-4ef3-8874-8b21ea70733e" providerId="AD" clId="Web-{65A3695F-714D-A037-FBAE-71A8EDE0A367}" dt="2026-03-01T10:13:28.460" v="509"/>
          <ac:spMkLst>
            <pc:docMk/>
            <pc:sldMk cId="3698629741" sldId="270"/>
            <ac:spMk id="2" creationId="{5426DF19-12E9-00AB-BABA-98E66BD5B37F}"/>
          </ac:spMkLst>
        </pc:spChg>
        <pc:spChg chg="mod ord">
          <ac:chgData name="METAYER" userId="S::r.metayer@lprs.fr::175908c9-0163-4ef3-8874-8b21ea70733e" providerId="AD" clId="Web-{65A3695F-714D-A037-FBAE-71A8EDE0A367}" dt="2026-03-01T10:13:28.460" v="509"/>
          <ac:spMkLst>
            <pc:docMk/>
            <pc:sldMk cId="3698629741" sldId="270"/>
            <ac:spMk id="3" creationId="{FCB2F490-DA2D-2126-4878-3AB0295ED1D4}"/>
          </ac:spMkLst>
        </pc:spChg>
        <pc:spChg chg="mod ord">
          <ac:chgData name="METAYER" userId="S::r.metayer@lprs.fr::175908c9-0163-4ef3-8874-8b21ea70733e" providerId="AD" clId="Web-{65A3695F-714D-A037-FBAE-71A8EDE0A367}" dt="2026-03-01T10:13:28.460" v="509"/>
          <ac:spMkLst>
            <pc:docMk/>
            <pc:sldMk cId="3698629741" sldId="270"/>
            <ac:spMk id="4" creationId="{3BF43A57-07C6-1C9A-4037-F9BFBBFA329B}"/>
          </ac:spMkLst>
        </pc:spChg>
        <pc:spChg chg="add">
          <ac:chgData name="METAYER" userId="S::r.metayer@lprs.fr::175908c9-0163-4ef3-8874-8b21ea70733e" providerId="AD" clId="Web-{65A3695F-714D-A037-FBAE-71A8EDE0A367}" dt="2026-03-01T10:13:28.460" v="509"/>
          <ac:spMkLst>
            <pc:docMk/>
            <pc:sldMk cId="3698629741" sldId="270"/>
            <ac:spMk id="9" creationId="{4BC99CB9-DDAD-44A2-8A1C-E3AF4E72DF5C}"/>
          </ac:spMkLst>
        </pc:spChg>
        <pc:spChg chg="add">
          <ac:chgData name="METAYER" userId="S::r.metayer@lprs.fr::175908c9-0163-4ef3-8874-8b21ea70733e" providerId="AD" clId="Web-{65A3695F-714D-A037-FBAE-71A8EDE0A367}" dt="2026-03-01T10:13:28.460" v="509"/>
          <ac:spMkLst>
            <pc:docMk/>
            <pc:sldMk cId="3698629741" sldId="270"/>
            <ac:spMk id="11" creationId="{64053CBF-3932-45FF-8285-EE5146085F3A}"/>
          </ac:spMkLst>
        </pc:spChg>
        <pc:grpChg chg="add">
          <ac:chgData name="METAYER" userId="S::r.metayer@lprs.fr::175908c9-0163-4ef3-8874-8b21ea70733e" providerId="AD" clId="Web-{65A3695F-714D-A037-FBAE-71A8EDE0A367}" dt="2026-03-01T10:13:28.460" v="509"/>
          <ac:grpSpMkLst>
            <pc:docMk/>
            <pc:sldMk cId="3698629741" sldId="270"/>
            <ac:grpSpMk id="13" creationId="{2E751C04-BEA6-446B-A678-9C74819EBD4C}"/>
          </ac:grpSpMkLst>
        </pc:grpChg>
        <pc:grpChg chg="add">
          <ac:chgData name="METAYER" userId="S::r.metayer@lprs.fr::175908c9-0163-4ef3-8874-8b21ea70733e" providerId="AD" clId="Web-{65A3695F-714D-A037-FBAE-71A8EDE0A367}" dt="2026-03-01T10:13:28.460" v="509"/>
          <ac:grpSpMkLst>
            <pc:docMk/>
            <pc:sldMk cId="3698629741" sldId="270"/>
            <ac:grpSpMk id="19" creationId="{B63ACBA3-DEFD-4C6D-BBA0-64468FA99C2D}"/>
          </ac:grpSpMkLst>
        </pc:grpChg>
      </pc:sldChg>
      <pc:sldChg chg="addSp modSp new mod setBg">
        <pc:chgData name="METAYER" userId="S::r.metayer@lprs.fr::175908c9-0163-4ef3-8874-8b21ea70733e" providerId="AD" clId="Web-{65A3695F-714D-A037-FBAE-71A8EDE0A367}" dt="2026-03-01T10:21:21.570" v="640" actId="20577"/>
        <pc:sldMkLst>
          <pc:docMk/>
          <pc:sldMk cId="228740662" sldId="271"/>
        </pc:sldMkLst>
        <pc:spChg chg="mod">
          <ac:chgData name="METAYER" userId="S::r.metayer@lprs.fr::175908c9-0163-4ef3-8874-8b21ea70733e" providerId="AD" clId="Web-{65A3695F-714D-A037-FBAE-71A8EDE0A367}" dt="2026-03-01T10:14:47.791" v="525" actId="20577"/>
          <ac:spMkLst>
            <pc:docMk/>
            <pc:sldMk cId="228740662" sldId="271"/>
            <ac:spMk id="2" creationId="{0527D785-49DA-FDE8-8CA2-2C69EF70D502}"/>
          </ac:spMkLst>
        </pc:spChg>
        <pc:spChg chg="mod">
          <ac:chgData name="METAYER" userId="S::r.metayer@lprs.fr::175908c9-0163-4ef3-8874-8b21ea70733e" providerId="AD" clId="Web-{65A3695F-714D-A037-FBAE-71A8EDE0A367}" dt="2026-03-01T10:21:21.570" v="640" actId="20577"/>
          <ac:spMkLst>
            <pc:docMk/>
            <pc:sldMk cId="228740662" sldId="271"/>
            <ac:spMk id="3" creationId="{777E1C11-6F36-5BCF-E45B-C9A27950378A}"/>
          </ac:spMkLst>
        </pc:spChg>
        <pc:spChg chg="mod">
          <ac:chgData name="METAYER" userId="S::r.metayer@lprs.fr::175908c9-0163-4ef3-8874-8b21ea70733e" providerId="AD" clId="Web-{65A3695F-714D-A037-FBAE-71A8EDE0A367}" dt="2026-03-01T10:14:42.994" v="519"/>
          <ac:spMkLst>
            <pc:docMk/>
            <pc:sldMk cId="228740662" sldId="271"/>
            <ac:spMk id="4" creationId="{E3984D3A-2435-A30D-0CEB-B98AD774842A}"/>
          </ac:spMkLst>
        </pc:spChg>
        <pc:spChg chg="add">
          <ac:chgData name="METAYER" userId="S::r.metayer@lprs.fr::175908c9-0163-4ef3-8874-8b21ea70733e" providerId="AD" clId="Web-{65A3695F-714D-A037-FBAE-71A8EDE0A367}" dt="2026-03-01T10:14:42.994" v="519"/>
          <ac:spMkLst>
            <pc:docMk/>
            <pc:sldMk cId="228740662" sldId="271"/>
            <ac:spMk id="9" creationId="{4BC99CB9-DDAD-44A2-8A1C-E3AF4E72DF5C}"/>
          </ac:spMkLst>
        </pc:spChg>
        <pc:spChg chg="add">
          <ac:chgData name="METAYER" userId="S::r.metayer@lprs.fr::175908c9-0163-4ef3-8874-8b21ea70733e" providerId="AD" clId="Web-{65A3695F-714D-A037-FBAE-71A8EDE0A367}" dt="2026-03-01T10:14:42.994" v="519"/>
          <ac:spMkLst>
            <pc:docMk/>
            <pc:sldMk cId="228740662" sldId="271"/>
            <ac:spMk id="11" creationId="{64053CBF-3932-45FF-8285-EE5146085F3A}"/>
          </ac:spMkLst>
        </pc:spChg>
        <pc:grpChg chg="add">
          <ac:chgData name="METAYER" userId="S::r.metayer@lprs.fr::175908c9-0163-4ef3-8874-8b21ea70733e" providerId="AD" clId="Web-{65A3695F-714D-A037-FBAE-71A8EDE0A367}" dt="2026-03-01T10:14:42.994" v="519"/>
          <ac:grpSpMkLst>
            <pc:docMk/>
            <pc:sldMk cId="228740662" sldId="271"/>
            <ac:grpSpMk id="13" creationId="{2E751C04-BEA6-446B-A678-9C74819EBD4C}"/>
          </ac:grpSpMkLst>
        </pc:grpChg>
        <pc:grpChg chg="add">
          <ac:chgData name="METAYER" userId="S::r.metayer@lprs.fr::175908c9-0163-4ef3-8874-8b21ea70733e" providerId="AD" clId="Web-{65A3695F-714D-A037-FBAE-71A8EDE0A367}" dt="2026-03-01T10:14:42.994" v="519"/>
          <ac:grpSpMkLst>
            <pc:docMk/>
            <pc:sldMk cId="228740662" sldId="271"/>
            <ac:grpSpMk id="19" creationId="{B63ACBA3-DEFD-4C6D-BBA0-64468FA99C2D}"/>
          </ac:grpSpMkLst>
        </pc:grpChg>
      </pc:sldChg>
      <pc:sldChg chg="modSp add replId">
        <pc:chgData name="METAYER" userId="S::r.metayer@lprs.fr::175908c9-0163-4ef3-8874-8b21ea70733e" providerId="AD" clId="Web-{65A3695F-714D-A037-FBAE-71A8EDE0A367}" dt="2026-03-01T10:31:26.065" v="659" actId="20577"/>
        <pc:sldMkLst>
          <pc:docMk/>
          <pc:sldMk cId="273525677" sldId="272"/>
        </pc:sldMkLst>
        <pc:spChg chg="mod">
          <ac:chgData name="METAYER" userId="S::r.metayer@lprs.fr::175908c9-0163-4ef3-8874-8b21ea70733e" providerId="AD" clId="Web-{65A3695F-714D-A037-FBAE-71A8EDE0A367}" dt="2026-03-01T10:31:26.065" v="659" actId="20577"/>
          <ac:spMkLst>
            <pc:docMk/>
            <pc:sldMk cId="273525677" sldId="272"/>
            <ac:spMk id="8" creationId="{1458DDE4-9D93-73E6-052A-0A7874CB2104}"/>
          </ac:spMkLst>
        </pc:spChg>
      </pc:sldChg>
      <pc:sldChg chg="addSp modSp new del mod setBg modClrScheme chgLayout">
        <pc:chgData name="METAYER" userId="S::r.metayer@lprs.fr::175908c9-0163-4ef3-8874-8b21ea70733e" providerId="AD" clId="Web-{65A3695F-714D-A037-FBAE-71A8EDE0A367}" dt="2026-03-01T10:31:01.955" v="648"/>
        <pc:sldMkLst>
          <pc:docMk/>
          <pc:sldMk cId="3365731236" sldId="272"/>
        </pc:sldMkLst>
        <pc:spChg chg="mod ord">
          <ac:chgData name="METAYER" userId="S::r.metayer@lprs.fr::175908c9-0163-4ef3-8874-8b21ea70733e" providerId="AD" clId="Web-{65A3695F-714D-A037-FBAE-71A8EDE0A367}" dt="2026-03-01T10:30:54.001" v="647"/>
          <ac:spMkLst>
            <pc:docMk/>
            <pc:sldMk cId="3365731236" sldId="272"/>
            <ac:spMk id="2" creationId="{89AE13F0-62F6-2F3D-5A0D-84CE269D03F1}"/>
          </ac:spMkLst>
        </pc:spChg>
        <pc:spChg chg="mod ord">
          <ac:chgData name="METAYER" userId="S::r.metayer@lprs.fr::175908c9-0163-4ef3-8874-8b21ea70733e" providerId="AD" clId="Web-{65A3695F-714D-A037-FBAE-71A8EDE0A367}" dt="2026-03-01T10:30:54.001" v="647"/>
          <ac:spMkLst>
            <pc:docMk/>
            <pc:sldMk cId="3365731236" sldId="272"/>
            <ac:spMk id="3" creationId="{F86D0380-9276-FA06-73FD-E0DA536E65A5}"/>
          </ac:spMkLst>
        </pc:spChg>
        <pc:spChg chg="mod ord">
          <ac:chgData name="METAYER" userId="S::r.metayer@lprs.fr::175908c9-0163-4ef3-8874-8b21ea70733e" providerId="AD" clId="Web-{65A3695F-714D-A037-FBAE-71A8EDE0A367}" dt="2026-03-01T10:30:54.001" v="647"/>
          <ac:spMkLst>
            <pc:docMk/>
            <pc:sldMk cId="3365731236" sldId="272"/>
            <ac:spMk id="4" creationId="{021138A3-311A-21AB-D215-2EF9A8960B93}"/>
          </ac:spMkLst>
        </pc:spChg>
        <pc:spChg chg="add">
          <ac:chgData name="METAYER" userId="S::r.metayer@lprs.fr::175908c9-0163-4ef3-8874-8b21ea70733e" providerId="AD" clId="Web-{65A3695F-714D-A037-FBAE-71A8EDE0A367}" dt="2026-03-01T10:30:54.001" v="647"/>
          <ac:spMkLst>
            <pc:docMk/>
            <pc:sldMk cId="3365731236" sldId="272"/>
            <ac:spMk id="9" creationId="{4BC99CB9-DDAD-44A2-8A1C-E3AF4E72DF5C}"/>
          </ac:spMkLst>
        </pc:spChg>
        <pc:spChg chg="add">
          <ac:chgData name="METAYER" userId="S::r.metayer@lprs.fr::175908c9-0163-4ef3-8874-8b21ea70733e" providerId="AD" clId="Web-{65A3695F-714D-A037-FBAE-71A8EDE0A367}" dt="2026-03-01T10:30:54.001" v="647"/>
          <ac:spMkLst>
            <pc:docMk/>
            <pc:sldMk cId="3365731236" sldId="272"/>
            <ac:spMk id="11" creationId="{64053CBF-3932-45FF-8285-EE5146085F3A}"/>
          </ac:spMkLst>
        </pc:spChg>
        <pc:grpChg chg="add">
          <ac:chgData name="METAYER" userId="S::r.metayer@lprs.fr::175908c9-0163-4ef3-8874-8b21ea70733e" providerId="AD" clId="Web-{65A3695F-714D-A037-FBAE-71A8EDE0A367}" dt="2026-03-01T10:30:54.001" v="647"/>
          <ac:grpSpMkLst>
            <pc:docMk/>
            <pc:sldMk cId="3365731236" sldId="272"/>
            <ac:grpSpMk id="13" creationId="{2E751C04-BEA6-446B-A678-9C74819EBD4C}"/>
          </ac:grpSpMkLst>
        </pc:grpChg>
        <pc:grpChg chg="add">
          <ac:chgData name="METAYER" userId="S::r.metayer@lprs.fr::175908c9-0163-4ef3-8874-8b21ea70733e" providerId="AD" clId="Web-{65A3695F-714D-A037-FBAE-71A8EDE0A367}" dt="2026-03-01T10:30:54.001" v="647"/>
          <ac:grpSpMkLst>
            <pc:docMk/>
            <pc:sldMk cId="3365731236" sldId="272"/>
            <ac:grpSpMk id="19" creationId="{B63ACBA3-DEFD-4C6D-BBA0-64468FA99C2D}"/>
          </ac:grpSpMkLst>
        </pc:grpChg>
      </pc:sldChg>
      <pc:sldChg chg="modSp add replId">
        <pc:chgData name="METAYER" userId="S::r.metayer@lprs.fr::175908c9-0163-4ef3-8874-8b21ea70733e" providerId="AD" clId="Web-{65A3695F-714D-A037-FBAE-71A8EDE0A367}" dt="2026-03-01T10:31:42.003" v="665" actId="20577"/>
        <pc:sldMkLst>
          <pc:docMk/>
          <pc:sldMk cId="1728371897" sldId="273"/>
        </pc:sldMkLst>
        <pc:spChg chg="mod">
          <ac:chgData name="METAYER" userId="S::r.metayer@lprs.fr::175908c9-0163-4ef3-8874-8b21ea70733e" providerId="AD" clId="Web-{65A3695F-714D-A037-FBAE-71A8EDE0A367}" dt="2026-03-01T10:31:42.003" v="665" actId="20577"/>
          <ac:spMkLst>
            <pc:docMk/>
            <pc:sldMk cId="1728371897" sldId="273"/>
            <ac:spMk id="8" creationId="{63A2D66C-2455-D581-862D-E522C79F657E}"/>
          </ac:spMkLst>
        </pc:spChg>
      </pc:sldChg>
      <pc:sldMasterChg chg="mod modSldLayout">
        <pc:chgData name="METAYER" userId="S::r.metayer@lprs.fr::175908c9-0163-4ef3-8874-8b21ea70733e" providerId="AD" clId="Web-{65A3695F-714D-A037-FBAE-71A8EDE0A367}" dt="2026-02-27T17:20:34.276" v="299"/>
        <pc:sldMasterMkLst>
          <pc:docMk/>
          <pc:sldMasterMk cId="3071127875" sldId="2147483648"/>
        </pc:sldMasterMkLst>
        <pc:sldLayoutChg chg="mod">
          <pc:chgData name="METAYER" userId="S::r.metayer@lprs.fr::175908c9-0163-4ef3-8874-8b21ea70733e" providerId="AD" clId="Web-{65A3695F-714D-A037-FBAE-71A8EDE0A367}" dt="2026-02-27T17:20:34.276" v="299"/>
          <pc:sldLayoutMkLst>
            <pc:docMk/>
            <pc:sldMasterMk cId="3071127875" sldId="2147483648"/>
            <pc:sldLayoutMk cId="3310491181" sldId="2147483649"/>
          </pc:sldLayoutMkLst>
        </pc:sldLayoutChg>
        <pc:sldLayoutChg chg="mod">
          <pc:chgData name="METAYER" userId="S::r.metayer@lprs.fr::175908c9-0163-4ef3-8874-8b21ea70733e" providerId="AD" clId="Web-{65A3695F-714D-A037-FBAE-71A8EDE0A367}" dt="2026-02-27T17:20:34.276" v="299"/>
          <pc:sldLayoutMkLst>
            <pc:docMk/>
            <pc:sldMasterMk cId="3071127875" sldId="2147483648"/>
            <pc:sldLayoutMk cId="3841795644" sldId="2147483650"/>
          </pc:sldLayoutMkLst>
        </pc:sldLayoutChg>
        <pc:sldLayoutChg chg="mod">
          <pc:chgData name="METAYER" userId="S::r.metayer@lprs.fr::175908c9-0163-4ef3-8874-8b21ea70733e" providerId="AD" clId="Web-{65A3695F-714D-A037-FBAE-71A8EDE0A367}" dt="2026-02-27T17:20:34.276" v="299"/>
          <pc:sldLayoutMkLst>
            <pc:docMk/>
            <pc:sldMasterMk cId="3071127875" sldId="2147483648"/>
            <pc:sldLayoutMk cId="3466923455" sldId="2147483651"/>
          </pc:sldLayoutMkLst>
        </pc:sldLayoutChg>
        <pc:sldLayoutChg chg="mod">
          <pc:chgData name="METAYER" userId="S::r.metayer@lprs.fr::175908c9-0163-4ef3-8874-8b21ea70733e" providerId="AD" clId="Web-{65A3695F-714D-A037-FBAE-71A8EDE0A367}" dt="2026-02-27T17:20:34.276" v="299"/>
          <pc:sldLayoutMkLst>
            <pc:docMk/>
            <pc:sldMasterMk cId="3071127875" sldId="2147483648"/>
            <pc:sldLayoutMk cId="3747632232" sldId="2147483652"/>
          </pc:sldLayoutMkLst>
        </pc:sldLayoutChg>
        <pc:sldLayoutChg chg="mod">
          <pc:chgData name="METAYER" userId="S::r.metayer@lprs.fr::175908c9-0163-4ef3-8874-8b21ea70733e" providerId="AD" clId="Web-{65A3695F-714D-A037-FBAE-71A8EDE0A367}" dt="2026-02-27T17:20:34.276" v="299"/>
          <pc:sldLayoutMkLst>
            <pc:docMk/>
            <pc:sldMasterMk cId="3071127875" sldId="2147483648"/>
            <pc:sldLayoutMk cId="2611866596" sldId="2147483653"/>
          </pc:sldLayoutMkLst>
        </pc:sldLayoutChg>
        <pc:sldLayoutChg chg="mod">
          <pc:chgData name="METAYER" userId="S::r.metayer@lprs.fr::175908c9-0163-4ef3-8874-8b21ea70733e" providerId="AD" clId="Web-{65A3695F-714D-A037-FBAE-71A8EDE0A367}" dt="2026-02-27T17:20:34.276" v="299"/>
          <pc:sldLayoutMkLst>
            <pc:docMk/>
            <pc:sldMasterMk cId="3071127875" sldId="2147483648"/>
            <pc:sldLayoutMk cId="3395854097" sldId="2147483654"/>
          </pc:sldLayoutMkLst>
        </pc:sldLayoutChg>
        <pc:sldLayoutChg chg="mod">
          <pc:chgData name="METAYER" userId="S::r.metayer@lprs.fr::175908c9-0163-4ef3-8874-8b21ea70733e" providerId="AD" clId="Web-{65A3695F-714D-A037-FBAE-71A8EDE0A367}" dt="2026-02-27T17:20:34.276" v="299"/>
          <pc:sldLayoutMkLst>
            <pc:docMk/>
            <pc:sldMasterMk cId="3071127875" sldId="2147483648"/>
            <pc:sldLayoutMk cId="4040201302" sldId="2147483655"/>
          </pc:sldLayoutMkLst>
        </pc:sldLayoutChg>
        <pc:sldLayoutChg chg="mod">
          <pc:chgData name="METAYER" userId="S::r.metayer@lprs.fr::175908c9-0163-4ef3-8874-8b21ea70733e" providerId="AD" clId="Web-{65A3695F-714D-A037-FBAE-71A8EDE0A367}" dt="2026-02-27T17:20:34.276" v="299"/>
          <pc:sldLayoutMkLst>
            <pc:docMk/>
            <pc:sldMasterMk cId="3071127875" sldId="2147483648"/>
            <pc:sldLayoutMk cId="2706407263" sldId="2147483656"/>
          </pc:sldLayoutMkLst>
        </pc:sldLayoutChg>
        <pc:sldLayoutChg chg="mod">
          <pc:chgData name="METAYER" userId="S::r.metayer@lprs.fr::175908c9-0163-4ef3-8874-8b21ea70733e" providerId="AD" clId="Web-{65A3695F-714D-A037-FBAE-71A8EDE0A367}" dt="2026-02-27T17:20:34.276" v="299"/>
          <pc:sldLayoutMkLst>
            <pc:docMk/>
            <pc:sldMasterMk cId="3071127875" sldId="2147483648"/>
            <pc:sldLayoutMk cId="1610903340" sldId="2147483657"/>
          </pc:sldLayoutMkLst>
        </pc:sldLayoutChg>
        <pc:sldLayoutChg chg="mod">
          <pc:chgData name="METAYER" userId="S::r.metayer@lprs.fr::175908c9-0163-4ef3-8874-8b21ea70733e" providerId="AD" clId="Web-{65A3695F-714D-A037-FBAE-71A8EDE0A367}" dt="2026-02-27T17:20:34.276" v="299"/>
          <pc:sldLayoutMkLst>
            <pc:docMk/>
            <pc:sldMasterMk cId="3071127875" sldId="2147483648"/>
            <pc:sldLayoutMk cId="4172787210" sldId="2147483658"/>
          </pc:sldLayoutMkLst>
        </pc:sldLayoutChg>
        <pc:sldLayoutChg chg="mod">
          <pc:chgData name="METAYER" userId="S::r.metayer@lprs.fr::175908c9-0163-4ef3-8874-8b21ea70733e" providerId="AD" clId="Web-{65A3695F-714D-A037-FBAE-71A8EDE0A367}" dt="2026-02-27T17:20:34.276" v="299"/>
          <pc:sldLayoutMkLst>
            <pc:docMk/>
            <pc:sldMasterMk cId="3071127875" sldId="2147483648"/>
            <pc:sldLayoutMk cId="1902177510" sldId="2147483659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EA24E2-7AB7-4558-A2D7-9D7280CCA463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6FA9E4A-80E6-46A7-BB6E-1181423050CA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3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 </a:t>
          </a:r>
          <a:r>
            <a:rPr lang="en-US" sz="1300" dirty="0" err="1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Etudiante</a:t>
          </a:r>
          <a:r>
            <a:rPr lang="en-US" sz="13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 </a:t>
          </a:r>
          <a:r>
            <a:rPr lang="en-US" sz="1300" dirty="0" err="1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en</a:t>
          </a:r>
          <a:r>
            <a:rPr lang="en-US" sz="13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 BTS SIO option SLAM</a:t>
          </a:r>
        </a:p>
      </dgm:t>
    </dgm:pt>
    <dgm:pt modelId="{3E9B3449-320D-46D8-BA6D-93FB27BD0E20}" type="parTrans" cxnId="{52604AB6-8004-41D7-8E84-AE20973CC90A}">
      <dgm:prSet/>
      <dgm:spPr/>
      <dgm:t>
        <a:bodyPr/>
        <a:lstStyle/>
        <a:p>
          <a:endParaRPr lang="en-US"/>
        </a:p>
      </dgm:t>
    </dgm:pt>
    <dgm:pt modelId="{96A023C7-260D-4B10-BAB2-A74F71EF53FB}" type="sibTrans" cxnId="{52604AB6-8004-41D7-8E84-AE20973CC90A}">
      <dgm:prSet/>
      <dgm:spPr/>
      <dgm:t>
        <a:bodyPr/>
        <a:lstStyle/>
        <a:p>
          <a:endParaRPr lang="en-US"/>
        </a:p>
      </dgm:t>
    </dgm:pt>
    <dgm:pt modelId="{DD74532B-861A-425B-9960-5D2A1E09A0F4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3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 19 ANS</a:t>
          </a:r>
        </a:p>
      </dgm:t>
    </dgm:pt>
    <dgm:pt modelId="{5D1BFE91-706D-46A9-AD89-14A34B1C9F77}" type="parTrans" cxnId="{FC0B346C-0807-4639-9648-041EFDBAD788}">
      <dgm:prSet/>
      <dgm:spPr/>
      <dgm:t>
        <a:bodyPr/>
        <a:lstStyle/>
        <a:p>
          <a:endParaRPr lang="en-US"/>
        </a:p>
      </dgm:t>
    </dgm:pt>
    <dgm:pt modelId="{2B860D0E-76AE-4C17-8CD3-9458654856AA}" type="sibTrans" cxnId="{FC0B346C-0807-4639-9648-041EFDBAD788}">
      <dgm:prSet/>
      <dgm:spPr/>
      <dgm:t>
        <a:bodyPr/>
        <a:lstStyle/>
        <a:p>
          <a:endParaRPr lang="en-US"/>
        </a:p>
      </dgm:t>
    </dgm:pt>
    <dgm:pt modelId="{568F49B8-B898-49B4-975A-A9D8B21014AE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300">
              <a:solidFill>
                <a:srgbClr val="FFFFFF"/>
              </a:solidFill>
              <a:latin typeface="Aptos"/>
              <a:ea typeface="+mn-ea"/>
              <a:cs typeface="+mn-cs"/>
            </a:rPr>
            <a:t> En alternance a la prefecture de Seine-Saint-Denis</a:t>
          </a:r>
        </a:p>
      </dgm:t>
    </dgm:pt>
    <dgm:pt modelId="{DDDB1CFD-805F-4474-AD49-9B8DDA40ABD6}" type="parTrans" cxnId="{E106B657-5A5D-4ED8-A3D4-B16F8F15A907}">
      <dgm:prSet/>
      <dgm:spPr/>
      <dgm:t>
        <a:bodyPr/>
        <a:lstStyle/>
        <a:p>
          <a:endParaRPr lang="en-US"/>
        </a:p>
      </dgm:t>
    </dgm:pt>
    <dgm:pt modelId="{E575A47D-6DD8-4F03-B73F-86B6DE3A88D3}" type="sibTrans" cxnId="{E106B657-5A5D-4ED8-A3D4-B16F8F15A907}">
      <dgm:prSet/>
      <dgm:spPr/>
      <dgm:t>
        <a:bodyPr/>
        <a:lstStyle/>
        <a:p>
          <a:endParaRPr lang="en-US"/>
        </a:p>
      </dgm:t>
    </dgm:pt>
    <dgm:pt modelId="{C1BF1C23-A7FD-435A-AD58-1BE401EE52A5}" type="pres">
      <dgm:prSet presAssocID="{59EA24E2-7AB7-4558-A2D7-9D7280CCA463}" presName="linear" presStyleCnt="0">
        <dgm:presLayoutVars>
          <dgm:dir/>
          <dgm:animLvl val="lvl"/>
          <dgm:resizeHandles val="exact"/>
        </dgm:presLayoutVars>
      </dgm:prSet>
      <dgm:spPr/>
    </dgm:pt>
    <dgm:pt modelId="{C58AB190-339A-4F45-9E49-BBC9D1692F21}" type="pres">
      <dgm:prSet presAssocID="{76FA9E4A-80E6-46A7-BB6E-1181423050CA}" presName="parentLin" presStyleCnt="0"/>
      <dgm:spPr/>
    </dgm:pt>
    <dgm:pt modelId="{C0B6B098-AC00-42F7-B568-3A99F4707D51}" type="pres">
      <dgm:prSet presAssocID="{76FA9E4A-80E6-46A7-BB6E-1181423050CA}" presName="parentLeftMargin" presStyleLbl="node1" presStyleIdx="0" presStyleCnt="3"/>
      <dgm:spPr/>
    </dgm:pt>
    <dgm:pt modelId="{E0433D88-B5A4-4048-A1CF-BC6357CBA870}" type="pres">
      <dgm:prSet presAssocID="{76FA9E4A-80E6-46A7-BB6E-1181423050C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B59686D-1A71-459A-89C1-8F4FA5E80DF7}" type="pres">
      <dgm:prSet presAssocID="{76FA9E4A-80E6-46A7-BB6E-1181423050CA}" presName="negativeSpace" presStyleCnt="0"/>
      <dgm:spPr/>
    </dgm:pt>
    <dgm:pt modelId="{A7BD930A-9024-4FA0-9CC6-A78661627579}" type="pres">
      <dgm:prSet presAssocID="{76FA9E4A-80E6-46A7-BB6E-1181423050CA}" presName="childText" presStyleLbl="conFgAcc1" presStyleIdx="0" presStyleCnt="3">
        <dgm:presLayoutVars>
          <dgm:bulletEnabled val="1"/>
        </dgm:presLayoutVars>
      </dgm:prSet>
      <dgm:spPr/>
    </dgm:pt>
    <dgm:pt modelId="{9F82442F-E664-49F3-B3CB-4F83705363A2}" type="pres">
      <dgm:prSet presAssocID="{96A023C7-260D-4B10-BAB2-A74F71EF53FB}" presName="spaceBetweenRectangles" presStyleCnt="0"/>
      <dgm:spPr/>
    </dgm:pt>
    <dgm:pt modelId="{5A30126F-1F75-4D5E-8D34-C6ACE4F9FF9B}" type="pres">
      <dgm:prSet presAssocID="{DD74532B-861A-425B-9960-5D2A1E09A0F4}" presName="parentLin" presStyleCnt="0"/>
      <dgm:spPr/>
    </dgm:pt>
    <dgm:pt modelId="{4B032068-2443-4233-97EF-DAFD59FACF93}" type="pres">
      <dgm:prSet presAssocID="{DD74532B-861A-425B-9960-5D2A1E09A0F4}" presName="parentLeftMargin" presStyleLbl="node1" presStyleIdx="0" presStyleCnt="3"/>
      <dgm:spPr/>
    </dgm:pt>
    <dgm:pt modelId="{1F3772CE-10C0-4A73-A1A6-2E7C3F803E28}" type="pres">
      <dgm:prSet presAssocID="{DD74532B-861A-425B-9960-5D2A1E09A0F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E37E080-A07B-4C1B-A6A5-8F2FD4F8E6A1}" type="pres">
      <dgm:prSet presAssocID="{DD74532B-861A-425B-9960-5D2A1E09A0F4}" presName="negativeSpace" presStyleCnt="0"/>
      <dgm:spPr/>
    </dgm:pt>
    <dgm:pt modelId="{F626AD3B-D2EF-49E0-BA8F-DB2F7FC39A26}" type="pres">
      <dgm:prSet presAssocID="{DD74532B-861A-425B-9960-5D2A1E09A0F4}" presName="childText" presStyleLbl="conFgAcc1" presStyleIdx="1" presStyleCnt="3">
        <dgm:presLayoutVars>
          <dgm:bulletEnabled val="1"/>
        </dgm:presLayoutVars>
      </dgm:prSet>
      <dgm:spPr/>
    </dgm:pt>
    <dgm:pt modelId="{4E74454D-0FA2-43EA-B840-CAFC06860972}" type="pres">
      <dgm:prSet presAssocID="{2B860D0E-76AE-4C17-8CD3-9458654856AA}" presName="spaceBetweenRectangles" presStyleCnt="0"/>
      <dgm:spPr/>
    </dgm:pt>
    <dgm:pt modelId="{285D996E-124F-4CC1-B2A7-EF83D991B0D2}" type="pres">
      <dgm:prSet presAssocID="{568F49B8-B898-49B4-975A-A9D8B21014AE}" presName="parentLin" presStyleCnt="0"/>
      <dgm:spPr/>
    </dgm:pt>
    <dgm:pt modelId="{0B42F006-E131-4240-A3A5-28BC4BEC7465}" type="pres">
      <dgm:prSet presAssocID="{568F49B8-B898-49B4-975A-A9D8B21014AE}" presName="parentLeftMargin" presStyleLbl="node1" presStyleIdx="1" presStyleCnt="3"/>
      <dgm:spPr/>
    </dgm:pt>
    <dgm:pt modelId="{4F7449E7-476A-495C-8744-52D896C6D66E}" type="pres">
      <dgm:prSet presAssocID="{568F49B8-B898-49B4-975A-A9D8B21014A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A57F25F-068B-4859-B366-6CC9BFF741EE}" type="pres">
      <dgm:prSet presAssocID="{568F49B8-B898-49B4-975A-A9D8B21014AE}" presName="negativeSpace" presStyleCnt="0"/>
      <dgm:spPr/>
    </dgm:pt>
    <dgm:pt modelId="{DDD0ABDD-22DD-41DA-88A9-990D0C5FEE49}" type="pres">
      <dgm:prSet presAssocID="{568F49B8-B898-49B4-975A-A9D8B21014A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2623216-36CE-4D1E-9584-FF0D88CC8E68}" type="presOf" srcId="{DD74532B-861A-425B-9960-5D2A1E09A0F4}" destId="{1F3772CE-10C0-4A73-A1A6-2E7C3F803E28}" srcOrd="1" destOrd="0" presId="urn:microsoft.com/office/officeart/2005/8/layout/list1"/>
    <dgm:cxn modelId="{B0621E1E-2166-4EDC-B039-8CB3521393A1}" type="presOf" srcId="{59EA24E2-7AB7-4558-A2D7-9D7280CCA463}" destId="{C1BF1C23-A7FD-435A-AD58-1BE401EE52A5}" srcOrd="0" destOrd="0" presId="urn:microsoft.com/office/officeart/2005/8/layout/list1"/>
    <dgm:cxn modelId="{3DCFC427-C6D8-4772-A0D4-61276CE1D4DF}" type="presOf" srcId="{76FA9E4A-80E6-46A7-BB6E-1181423050CA}" destId="{C0B6B098-AC00-42F7-B568-3A99F4707D51}" srcOrd="0" destOrd="0" presId="urn:microsoft.com/office/officeart/2005/8/layout/list1"/>
    <dgm:cxn modelId="{BE7D1A35-988B-405B-829F-574069CBAFCF}" type="presOf" srcId="{568F49B8-B898-49B4-975A-A9D8B21014AE}" destId="{0B42F006-E131-4240-A3A5-28BC4BEC7465}" srcOrd="0" destOrd="0" presId="urn:microsoft.com/office/officeart/2005/8/layout/list1"/>
    <dgm:cxn modelId="{5C14F667-E236-4B11-9DD4-5F979CCB45D4}" type="presOf" srcId="{76FA9E4A-80E6-46A7-BB6E-1181423050CA}" destId="{E0433D88-B5A4-4048-A1CF-BC6357CBA870}" srcOrd="1" destOrd="0" presId="urn:microsoft.com/office/officeart/2005/8/layout/list1"/>
    <dgm:cxn modelId="{FC0B346C-0807-4639-9648-041EFDBAD788}" srcId="{59EA24E2-7AB7-4558-A2D7-9D7280CCA463}" destId="{DD74532B-861A-425B-9960-5D2A1E09A0F4}" srcOrd="1" destOrd="0" parTransId="{5D1BFE91-706D-46A9-AD89-14A34B1C9F77}" sibTransId="{2B860D0E-76AE-4C17-8CD3-9458654856AA}"/>
    <dgm:cxn modelId="{E106B657-5A5D-4ED8-A3D4-B16F8F15A907}" srcId="{59EA24E2-7AB7-4558-A2D7-9D7280CCA463}" destId="{568F49B8-B898-49B4-975A-A9D8B21014AE}" srcOrd="2" destOrd="0" parTransId="{DDDB1CFD-805F-4474-AD49-9B8DDA40ABD6}" sibTransId="{E575A47D-6DD8-4F03-B73F-86B6DE3A88D3}"/>
    <dgm:cxn modelId="{119E52B0-75AF-4E22-B90A-A67FD92D547C}" type="presOf" srcId="{568F49B8-B898-49B4-975A-A9D8B21014AE}" destId="{4F7449E7-476A-495C-8744-52D896C6D66E}" srcOrd="1" destOrd="0" presId="urn:microsoft.com/office/officeart/2005/8/layout/list1"/>
    <dgm:cxn modelId="{52604AB6-8004-41D7-8E84-AE20973CC90A}" srcId="{59EA24E2-7AB7-4558-A2D7-9D7280CCA463}" destId="{76FA9E4A-80E6-46A7-BB6E-1181423050CA}" srcOrd="0" destOrd="0" parTransId="{3E9B3449-320D-46D8-BA6D-93FB27BD0E20}" sibTransId="{96A023C7-260D-4B10-BAB2-A74F71EF53FB}"/>
    <dgm:cxn modelId="{B6CF05B9-533D-4959-BFD5-FE0C4CD5139D}" type="presOf" srcId="{DD74532B-861A-425B-9960-5D2A1E09A0F4}" destId="{4B032068-2443-4233-97EF-DAFD59FACF93}" srcOrd="0" destOrd="0" presId="urn:microsoft.com/office/officeart/2005/8/layout/list1"/>
    <dgm:cxn modelId="{54DCBF99-87C6-4411-A5C9-FC5ADAC02F60}" type="presParOf" srcId="{C1BF1C23-A7FD-435A-AD58-1BE401EE52A5}" destId="{C58AB190-339A-4F45-9E49-BBC9D1692F21}" srcOrd="0" destOrd="0" presId="urn:microsoft.com/office/officeart/2005/8/layout/list1"/>
    <dgm:cxn modelId="{93879EE2-9DA9-415F-B4F7-9F3697306562}" type="presParOf" srcId="{C58AB190-339A-4F45-9E49-BBC9D1692F21}" destId="{C0B6B098-AC00-42F7-B568-3A99F4707D51}" srcOrd="0" destOrd="0" presId="urn:microsoft.com/office/officeart/2005/8/layout/list1"/>
    <dgm:cxn modelId="{367896D3-D801-409F-80D5-B2B2FB59D727}" type="presParOf" srcId="{C58AB190-339A-4F45-9E49-BBC9D1692F21}" destId="{E0433D88-B5A4-4048-A1CF-BC6357CBA870}" srcOrd="1" destOrd="0" presId="urn:microsoft.com/office/officeart/2005/8/layout/list1"/>
    <dgm:cxn modelId="{6070CA33-1C34-48D8-B04D-C2A572357247}" type="presParOf" srcId="{C1BF1C23-A7FD-435A-AD58-1BE401EE52A5}" destId="{8B59686D-1A71-459A-89C1-8F4FA5E80DF7}" srcOrd="1" destOrd="0" presId="urn:microsoft.com/office/officeart/2005/8/layout/list1"/>
    <dgm:cxn modelId="{14A9677E-AF3C-41D3-BE30-94595C0B97A7}" type="presParOf" srcId="{C1BF1C23-A7FD-435A-AD58-1BE401EE52A5}" destId="{A7BD930A-9024-4FA0-9CC6-A78661627579}" srcOrd="2" destOrd="0" presId="urn:microsoft.com/office/officeart/2005/8/layout/list1"/>
    <dgm:cxn modelId="{C60A85E3-FE02-462A-99C0-3F6FBFEDB75F}" type="presParOf" srcId="{C1BF1C23-A7FD-435A-AD58-1BE401EE52A5}" destId="{9F82442F-E664-49F3-B3CB-4F83705363A2}" srcOrd="3" destOrd="0" presId="urn:microsoft.com/office/officeart/2005/8/layout/list1"/>
    <dgm:cxn modelId="{369FE437-0290-4D88-9F0D-981399249B58}" type="presParOf" srcId="{C1BF1C23-A7FD-435A-AD58-1BE401EE52A5}" destId="{5A30126F-1F75-4D5E-8D34-C6ACE4F9FF9B}" srcOrd="4" destOrd="0" presId="urn:microsoft.com/office/officeart/2005/8/layout/list1"/>
    <dgm:cxn modelId="{F44FF4C6-AAA3-4FAC-B1B7-4341F12DF128}" type="presParOf" srcId="{5A30126F-1F75-4D5E-8D34-C6ACE4F9FF9B}" destId="{4B032068-2443-4233-97EF-DAFD59FACF93}" srcOrd="0" destOrd="0" presId="urn:microsoft.com/office/officeart/2005/8/layout/list1"/>
    <dgm:cxn modelId="{1D21800B-0AC3-4678-B7D6-E7DE71C863F9}" type="presParOf" srcId="{5A30126F-1F75-4D5E-8D34-C6ACE4F9FF9B}" destId="{1F3772CE-10C0-4A73-A1A6-2E7C3F803E28}" srcOrd="1" destOrd="0" presId="urn:microsoft.com/office/officeart/2005/8/layout/list1"/>
    <dgm:cxn modelId="{8B7F06AD-A1A4-4543-BE4A-A825BC151384}" type="presParOf" srcId="{C1BF1C23-A7FD-435A-AD58-1BE401EE52A5}" destId="{2E37E080-A07B-4C1B-A6A5-8F2FD4F8E6A1}" srcOrd="5" destOrd="0" presId="urn:microsoft.com/office/officeart/2005/8/layout/list1"/>
    <dgm:cxn modelId="{75121998-4CA8-41A7-9CD0-A58D83267DCE}" type="presParOf" srcId="{C1BF1C23-A7FD-435A-AD58-1BE401EE52A5}" destId="{F626AD3B-D2EF-49E0-BA8F-DB2F7FC39A26}" srcOrd="6" destOrd="0" presId="urn:microsoft.com/office/officeart/2005/8/layout/list1"/>
    <dgm:cxn modelId="{420D4F45-A835-4203-88D8-5C9AFBFFBECD}" type="presParOf" srcId="{C1BF1C23-A7FD-435A-AD58-1BE401EE52A5}" destId="{4E74454D-0FA2-43EA-B840-CAFC06860972}" srcOrd="7" destOrd="0" presId="urn:microsoft.com/office/officeart/2005/8/layout/list1"/>
    <dgm:cxn modelId="{B7F90B99-9E48-45FD-B0C8-390CA771AC32}" type="presParOf" srcId="{C1BF1C23-A7FD-435A-AD58-1BE401EE52A5}" destId="{285D996E-124F-4CC1-B2A7-EF83D991B0D2}" srcOrd="8" destOrd="0" presId="urn:microsoft.com/office/officeart/2005/8/layout/list1"/>
    <dgm:cxn modelId="{4A975512-ED52-4878-AB0C-1D4A0FBB16E9}" type="presParOf" srcId="{285D996E-124F-4CC1-B2A7-EF83D991B0D2}" destId="{0B42F006-E131-4240-A3A5-28BC4BEC7465}" srcOrd="0" destOrd="0" presId="urn:microsoft.com/office/officeart/2005/8/layout/list1"/>
    <dgm:cxn modelId="{FBA70E57-1070-4627-A3C7-9639885D12C1}" type="presParOf" srcId="{285D996E-124F-4CC1-B2A7-EF83D991B0D2}" destId="{4F7449E7-476A-495C-8744-52D896C6D66E}" srcOrd="1" destOrd="0" presId="urn:microsoft.com/office/officeart/2005/8/layout/list1"/>
    <dgm:cxn modelId="{8F091C72-7ED8-4ACE-B703-DE2AF04C8E20}" type="presParOf" srcId="{C1BF1C23-A7FD-435A-AD58-1BE401EE52A5}" destId="{BA57F25F-068B-4859-B366-6CC9BFF741EE}" srcOrd="9" destOrd="0" presId="urn:microsoft.com/office/officeart/2005/8/layout/list1"/>
    <dgm:cxn modelId="{D489A0E5-6917-4DDE-842E-8490CAAF51FC}" type="presParOf" srcId="{C1BF1C23-A7FD-435A-AD58-1BE401EE52A5}" destId="{DDD0ABDD-22DD-41DA-88A9-990D0C5FEE4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7486E9-2416-4975-8DE0-6B068D58930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</dgm:pt>
    <dgm:pt modelId="{D3713E54-DA35-41CC-8E2D-3519DE563885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 Bac STMG option Gestion Finance</a:t>
          </a:r>
          <a:endParaRPr lang="en-US" dirty="0"/>
        </a:p>
      </dgm:t>
    </dgm:pt>
    <dgm:pt modelId="{173FD1F8-B9A2-4900-A09F-90C764064BFD}" type="parTrans" cxnId="{32322FF0-FC98-49CC-BAA8-134DF35AEFB3}">
      <dgm:prSet/>
      <dgm:spPr/>
    </dgm:pt>
    <dgm:pt modelId="{6024E750-7DE5-414D-9D3C-26E5B596F9A2}" type="sibTrans" cxnId="{32322FF0-FC98-49CC-BAA8-134DF35AEFB3}">
      <dgm:prSet/>
      <dgm:spPr/>
      <dgm:t>
        <a:bodyPr/>
        <a:lstStyle/>
        <a:p>
          <a:endParaRPr lang="en-US"/>
        </a:p>
      </dgm:t>
    </dgm:pt>
    <dgm:pt modelId="{A18958E1-FF89-49A5-83E1-41D8ACCAC92B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 BTS SIO SLAM</a:t>
          </a:r>
          <a:endParaRPr lang="en-US" dirty="0"/>
        </a:p>
      </dgm:t>
    </dgm:pt>
    <dgm:pt modelId="{5A85C0C5-2F3A-4252-AD89-4E75F5BC3818}" type="parTrans" cxnId="{D4C4A1AF-BA09-4800-85B5-969C357AFABA}">
      <dgm:prSet/>
      <dgm:spPr/>
    </dgm:pt>
    <dgm:pt modelId="{91057633-0D90-431B-8554-3C4C9C7EB928}" type="sibTrans" cxnId="{D4C4A1AF-BA09-4800-85B5-969C357AFABA}">
      <dgm:prSet/>
      <dgm:spPr/>
    </dgm:pt>
    <dgm:pt modelId="{7B70D0F5-152C-454D-9226-3C56EE1C0F44}" type="pres">
      <dgm:prSet presAssocID="{1C7486E9-2416-4975-8DE0-6B068D589305}" presName="linear" presStyleCnt="0">
        <dgm:presLayoutVars>
          <dgm:dir/>
          <dgm:animLvl val="lvl"/>
          <dgm:resizeHandles val="exact"/>
        </dgm:presLayoutVars>
      </dgm:prSet>
      <dgm:spPr/>
    </dgm:pt>
    <dgm:pt modelId="{E5094C2D-49FF-4C9B-86F0-40422D621AA0}" type="pres">
      <dgm:prSet presAssocID="{D3713E54-DA35-41CC-8E2D-3519DE563885}" presName="parentLin" presStyleCnt="0"/>
      <dgm:spPr/>
    </dgm:pt>
    <dgm:pt modelId="{31269C04-2612-4027-8999-BFBBFD4D4E6A}" type="pres">
      <dgm:prSet presAssocID="{D3713E54-DA35-41CC-8E2D-3519DE563885}" presName="parentLeftMargin" presStyleLbl="node1" presStyleIdx="0" presStyleCnt="2"/>
      <dgm:spPr/>
    </dgm:pt>
    <dgm:pt modelId="{0EEBA70E-30CB-49C0-BCF1-5CE63F7649BC}" type="pres">
      <dgm:prSet presAssocID="{D3713E54-DA35-41CC-8E2D-3519DE56388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3DC97A5-FAF5-4C1C-A9B3-531253990373}" type="pres">
      <dgm:prSet presAssocID="{D3713E54-DA35-41CC-8E2D-3519DE563885}" presName="negativeSpace" presStyleCnt="0"/>
      <dgm:spPr/>
    </dgm:pt>
    <dgm:pt modelId="{6191F5AF-A55E-450C-92B2-942B3886768A}" type="pres">
      <dgm:prSet presAssocID="{D3713E54-DA35-41CC-8E2D-3519DE563885}" presName="childText" presStyleLbl="conFgAcc1" presStyleIdx="0" presStyleCnt="2">
        <dgm:presLayoutVars>
          <dgm:bulletEnabled val="1"/>
        </dgm:presLayoutVars>
      </dgm:prSet>
      <dgm:spPr/>
    </dgm:pt>
    <dgm:pt modelId="{70AD53C5-823E-4765-833B-383BF51925A9}" type="pres">
      <dgm:prSet presAssocID="{6024E750-7DE5-414D-9D3C-26E5B596F9A2}" presName="spaceBetweenRectangles" presStyleCnt="0"/>
      <dgm:spPr/>
    </dgm:pt>
    <dgm:pt modelId="{14E32976-E07E-4CEF-BEFD-733121BBDFC6}" type="pres">
      <dgm:prSet presAssocID="{A18958E1-FF89-49A5-83E1-41D8ACCAC92B}" presName="parentLin" presStyleCnt="0"/>
      <dgm:spPr/>
    </dgm:pt>
    <dgm:pt modelId="{1BC0518A-6328-465E-8432-BE406C11B43B}" type="pres">
      <dgm:prSet presAssocID="{A18958E1-FF89-49A5-83E1-41D8ACCAC92B}" presName="parentLeftMargin" presStyleLbl="node1" presStyleIdx="0" presStyleCnt="2"/>
      <dgm:spPr/>
    </dgm:pt>
    <dgm:pt modelId="{9CD0F225-F98C-483C-9D80-46518DF49753}" type="pres">
      <dgm:prSet presAssocID="{A18958E1-FF89-49A5-83E1-41D8ACCAC92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C1A0074-8C7E-4D38-BF23-B8A689E51015}" type="pres">
      <dgm:prSet presAssocID="{A18958E1-FF89-49A5-83E1-41D8ACCAC92B}" presName="negativeSpace" presStyleCnt="0"/>
      <dgm:spPr/>
    </dgm:pt>
    <dgm:pt modelId="{1FBBA48C-D521-45E3-8AEB-504DA8AC912C}" type="pres">
      <dgm:prSet presAssocID="{A18958E1-FF89-49A5-83E1-41D8ACCAC92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3414C2F-ED7E-4973-9226-890C110223DE}" type="presOf" srcId="{D3713E54-DA35-41CC-8E2D-3519DE563885}" destId="{0EEBA70E-30CB-49C0-BCF1-5CE63F7649BC}" srcOrd="1" destOrd="0" presId="urn:microsoft.com/office/officeart/2005/8/layout/list1"/>
    <dgm:cxn modelId="{54AB2F65-E93B-481E-AE20-AE6D0B79D733}" type="presOf" srcId="{A18958E1-FF89-49A5-83E1-41D8ACCAC92B}" destId="{9CD0F225-F98C-483C-9D80-46518DF49753}" srcOrd="1" destOrd="0" presId="urn:microsoft.com/office/officeart/2005/8/layout/list1"/>
    <dgm:cxn modelId="{D4C4A1AF-BA09-4800-85B5-969C357AFABA}" srcId="{1C7486E9-2416-4975-8DE0-6B068D589305}" destId="{A18958E1-FF89-49A5-83E1-41D8ACCAC92B}" srcOrd="1" destOrd="0" parTransId="{5A85C0C5-2F3A-4252-AD89-4E75F5BC3818}" sibTransId="{91057633-0D90-431B-8554-3C4C9C7EB928}"/>
    <dgm:cxn modelId="{49559FE2-D9E6-4F9B-842E-5ED5C032AE92}" type="presOf" srcId="{D3713E54-DA35-41CC-8E2D-3519DE563885}" destId="{31269C04-2612-4027-8999-BFBBFD4D4E6A}" srcOrd="0" destOrd="0" presId="urn:microsoft.com/office/officeart/2005/8/layout/list1"/>
    <dgm:cxn modelId="{4FFB6FE7-EB1A-44AD-B544-01DB70143828}" type="presOf" srcId="{1C7486E9-2416-4975-8DE0-6B068D589305}" destId="{7B70D0F5-152C-454D-9226-3C56EE1C0F44}" srcOrd="0" destOrd="0" presId="urn:microsoft.com/office/officeart/2005/8/layout/list1"/>
    <dgm:cxn modelId="{D71263EA-1E1D-4846-AA4E-BA3B987C51EB}" type="presOf" srcId="{A18958E1-FF89-49A5-83E1-41D8ACCAC92B}" destId="{1BC0518A-6328-465E-8432-BE406C11B43B}" srcOrd="0" destOrd="0" presId="urn:microsoft.com/office/officeart/2005/8/layout/list1"/>
    <dgm:cxn modelId="{32322FF0-FC98-49CC-BAA8-134DF35AEFB3}" srcId="{1C7486E9-2416-4975-8DE0-6B068D589305}" destId="{D3713E54-DA35-41CC-8E2D-3519DE563885}" srcOrd="0" destOrd="0" parTransId="{173FD1F8-B9A2-4900-A09F-90C764064BFD}" sibTransId="{6024E750-7DE5-414D-9D3C-26E5B596F9A2}"/>
    <dgm:cxn modelId="{184312B5-FFDA-459A-BD3A-7C9C346A69D1}" type="presParOf" srcId="{7B70D0F5-152C-454D-9226-3C56EE1C0F44}" destId="{E5094C2D-49FF-4C9B-86F0-40422D621AA0}" srcOrd="0" destOrd="0" presId="urn:microsoft.com/office/officeart/2005/8/layout/list1"/>
    <dgm:cxn modelId="{35FCE20B-F441-45F2-BF5B-8F2BF6B47F9B}" type="presParOf" srcId="{E5094C2D-49FF-4C9B-86F0-40422D621AA0}" destId="{31269C04-2612-4027-8999-BFBBFD4D4E6A}" srcOrd="0" destOrd="0" presId="urn:microsoft.com/office/officeart/2005/8/layout/list1"/>
    <dgm:cxn modelId="{4555A0FD-9783-45C4-B134-3533E6C7D160}" type="presParOf" srcId="{E5094C2D-49FF-4C9B-86F0-40422D621AA0}" destId="{0EEBA70E-30CB-49C0-BCF1-5CE63F7649BC}" srcOrd="1" destOrd="0" presId="urn:microsoft.com/office/officeart/2005/8/layout/list1"/>
    <dgm:cxn modelId="{5A69B7C1-C4E6-4C6F-BB96-9B7AE17DBC27}" type="presParOf" srcId="{7B70D0F5-152C-454D-9226-3C56EE1C0F44}" destId="{E3DC97A5-FAF5-4C1C-A9B3-531253990373}" srcOrd="1" destOrd="0" presId="urn:microsoft.com/office/officeart/2005/8/layout/list1"/>
    <dgm:cxn modelId="{60108925-AB7C-40F8-9B40-13ED589A9D4C}" type="presParOf" srcId="{7B70D0F5-152C-454D-9226-3C56EE1C0F44}" destId="{6191F5AF-A55E-450C-92B2-942B3886768A}" srcOrd="2" destOrd="0" presId="urn:microsoft.com/office/officeart/2005/8/layout/list1"/>
    <dgm:cxn modelId="{29662D11-F093-497A-AEEE-EA24AD6679E1}" type="presParOf" srcId="{7B70D0F5-152C-454D-9226-3C56EE1C0F44}" destId="{70AD53C5-823E-4765-833B-383BF51925A9}" srcOrd="3" destOrd="0" presId="urn:microsoft.com/office/officeart/2005/8/layout/list1"/>
    <dgm:cxn modelId="{D5D4CE4F-0509-47AF-B2EB-5B3E8E020138}" type="presParOf" srcId="{7B70D0F5-152C-454D-9226-3C56EE1C0F44}" destId="{14E32976-E07E-4CEF-BEFD-733121BBDFC6}" srcOrd="4" destOrd="0" presId="urn:microsoft.com/office/officeart/2005/8/layout/list1"/>
    <dgm:cxn modelId="{2E7D45E6-0B59-4E5E-B784-A2B1F105767C}" type="presParOf" srcId="{14E32976-E07E-4CEF-BEFD-733121BBDFC6}" destId="{1BC0518A-6328-465E-8432-BE406C11B43B}" srcOrd="0" destOrd="0" presId="urn:microsoft.com/office/officeart/2005/8/layout/list1"/>
    <dgm:cxn modelId="{91563592-EE36-4E1B-A862-913E16516491}" type="presParOf" srcId="{14E32976-E07E-4CEF-BEFD-733121BBDFC6}" destId="{9CD0F225-F98C-483C-9D80-46518DF49753}" srcOrd="1" destOrd="0" presId="urn:microsoft.com/office/officeart/2005/8/layout/list1"/>
    <dgm:cxn modelId="{C9B825A6-A575-4E86-946C-9763CB8208A9}" type="presParOf" srcId="{7B70D0F5-152C-454D-9226-3C56EE1C0F44}" destId="{0C1A0074-8C7E-4D38-BF23-B8A689E51015}" srcOrd="5" destOrd="0" presId="urn:microsoft.com/office/officeart/2005/8/layout/list1"/>
    <dgm:cxn modelId="{4978CA58-F854-4752-9946-D2A37F2FF87F}" type="presParOf" srcId="{7B70D0F5-152C-454D-9226-3C56EE1C0F44}" destId="{1FBBA48C-D521-45E3-8AEB-504DA8AC912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12E44D-F72A-45E2-ADB3-8CC8F746501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8C044098-D77F-4889-8E47-73FFCADDED2F}">
      <dgm:prSet/>
      <dgm:spPr/>
      <dgm:t>
        <a:bodyPr/>
        <a:lstStyle/>
        <a:p>
          <a:r>
            <a:rPr lang="en-US" dirty="0"/>
            <a:t>3 sites distant : </a:t>
          </a:r>
        </a:p>
      </dgm:t>
    </dgm:pt>
    <dgm:pt modelId="{5C073852-1CE9-42DE-B2AD-8570478C7219}" type="parTrans" cxnId="{FE53C045-1C6B-44F8-8919-0E7ABE4B3B12}">
      <dgm:prSet/>
      <dgm:spPr/>
      <dgm:t>
        <a:bodyPr/>
        <a:lstStyle/>
        <a:p>
          <a:endParaRPr lang="fr-FR"/>
        </a:p>
      </dgm:t>
    </dgm:pt>
    <dgm:pt modelId="{5E06592C-02B4-405E-8EAC-3BEA71FBEF8C}" type="sibTrans" cxnId="{FE53C045-1C6B-44F8-8919-0E7ABE4B3B12}">
      <dgm:prSet/>
      <dgm:spPr/>
      <dgm:t>
        <a:bodyPr/>
        <a:lstStyle/>
        <a:p>
          <a:endParaRPr lang="fr-FR"/>
        </a:p>
      </dgm:t>
    </dgm:pt>
    <dgm:pt modelId="{5B78FE45-EFA4-4FF6-9C72-E50BF380F3E5}">
      <dgm:prSet/>
      <dgm:spPr/>
      <dgm:t>
        <a:bodyPr/>
        <a:lstStyle/>
        <a:p>
          <a:r>
            <a:rPr lang="en-US" dirty="0"/>
            <a:t>~1000 agents</a:t>
          </a:r>
          <a:endParaRPr lang="fr-FR" dirty="0"/>
        </a:p>
      </dgm:t>
    </dgm:pt>
    <dgm:pt modelId="{BBA6C518-CBC0-413E-B055-57C06989F87E}" type="parTrans" cxnId="{9248885C-DD0B-426C-A042-B5E722A30796}">
      <dgm:prSet/>
      <dgm:spPr/>
      <dgm:t>
        <a:bodyPr/>
        <a:lstStyle/>
        <a:p>
          <a:endParaRPr lang="fr-FR"/>
        </a:p>
      </dgm:t>
    </dgm:pt>
    <dgm:pt modelId="{409501D3-638D-4CB2-A77C-DB758912C83F}" type="sibTrans" cxnId="{9248885C-DD0B-426C-A042-B5E722A30796}">
      <dgm:prSet/>
      <dgm:spPr/>
      <dgm:t>
        <a:bodyPr/>
        <a:lstStyle/>
        <a:p>
          <a:endParaRPr lang="fr-FR"/>
        </a:p>
      </dgm:t>
    </dgm:pt>
    <dgm:pt modelId="{CE7CEA81-1AB1-4E8B-A76E-5804CE06D479}">
      <dgm:prSet/>
      <dgm:spPr/>
      <dgm:t>
        <a:bodyPr/>
        <a:lstStyle/>
        <a:p>
          <a:r>
            <a:rPr lang="en-US" dirty="0"/>
            <a:t>DDPP</a:t>
          </a:r>
        </a:p>
      </dgm:t>
    </dgm:pt>
    <dgm:pt modelId="{CF1376AF-78DD-4091-9C1C-CD30690EB97D}" type="parTrans" cxnId="{0D647DDA-031D-4C17-88C5-FC1320F3AA3E}">
      <dgm:prSet/>
      <dgm:spPr/>
      <dgm:t>
        <a:bodyPr/>
        <a:lstStyle/>
        <a:p>
          <a:endParaRPr lang="fr-FR"/>
        </a:p>
      </dgm:t>
    </dgm:pt>
    <dgm:pt modelId="{BCF0E81B-9CC4-4885-9859-FF363716C4BA}" type="sibTrans" cxnId="{0D647DDA-031D-4C17-88C5-FC1320F3AA3E}">
      <dgm:prSet/>
      <dgm:spPr/>
      <dgm:t>
        <a:bodyPr/>
        <a:lstStyle/>
        <a:p>
          <a:endParaRPr lang="fr-FR"/>
        </a:p>
      </dgm:t>
    </dgm:pt>
    <dgm:pt modelId="{2BF5A884-98DA-409B-9B3D-B5ACCCDF5FFC}">
      <dgm:prSet/>
      <dgm:spPr/>
      <dgm:t>
        <a:bodyPr/>
        <a:lstStyle/>
        <a:p>
          <a:r>
            <a:rPr lang="en-US" dirty="0"/>
            <a:t>Saint-Denis</a:t>
          </a:r>
        </a:p>
      </dgm:t>
    </dgm:pt>
    <dgm:pt modelId="{47C1CDF1-F2D9-4489-9F58-8F933DD25D4B}" type="parTrans" cxnId="{36AAC379-61C5-4485-86BB-4667CAA99654}">
      <dgm:prSet/>
      <dgm:spPr/>
      <dgm:t>
        <a:bodyPr/>
        <a:lstStyle/>
        <a:p>
          <a:endParaRPr lang="fr-FR"/>
        </a:p>
      </dgm:t>
    </dgm:pt>
    <dgm:pt modelId="{E2CD6DEF-D2B7-46FE-A520-945473471EA4}" type="sibTrans" cxnId="{36AAC379-61C5-4485-86BB-4667CAA99654}">
      <dgm:prSet/>
      <dgm:spPr/>
      <dgm:t>
        <a:bodyPr/>
        <a:lstStyle/>
        <a:p>
          <a:endParaRPr lang="fr-FR"/>
        </a:p>
      </dgm:t>
    </dgm:pt>
    <dgm:pt modelId="{50E4C1C5-C545-401B-A8F2-6721ED5D5013}">
      <dgm:prSet/>
      <dgm:spPr/>
      <dgm:t>
        <a:bodyPr/>
        <a:lstStyle/>
        <a:p>
          <a:r>
            <a:rPr lang="en-US" dirty="0"/>
            <a:t>Le </a:t>
          </a:r>
          <a:r>
            <a:rPr lang="en-US" dirty="0" err="1"/>
            <a:t>Raincy</a:t>
          </a:r>
          <a:endParaRPr lang="en-US" dirty="0"/>
        </a:p>
      </dgm:t>
    </dgm:pt>
    <dgm:pt modelId="{76B9E729-0417-4271-8109-C762F7EB7C00}" type="parTrans" cxnId="{1A88012D-648B-44A1-B268-A2C29287D170}">
      <dgm:prSet/>
      <dgm:spPr/>
      <dgm:t>
        <a:bodyPr/>
        <a:lstStyle/>
        <a:p>
          <a:endParaRPr lang="fr-FR"/>
        </a:p>
      </dgm:t>
    </dgm:pt>
    <dgm:pt modelId="{07AEDC7A-A25F-4283-A093-AAE400634DCA}" type="sibTrans" cxnId="{1A88012D-648B-44A1-B268-A2C29287D170}">
      <dgm:prSet/>
      <dgm:spPr/>
      <dgm:t>
        <a:bodyPr/>
        <a:lstStyle/>
        <a:p>
          <a:endParaRPr lang="fr-FR"/>
        </a:p>
      </dgm:t>
    </dgm:pt>
    <dgm:pt modelId="{89BB3DA6-599F-444C-AD10-7CBB7D02AA70}" type="pres">
      <dgm:prSet presAssocID="{2212E44D-F72A-45E2-ADB3-8CC8F746501A}" presName="linear" presStyleCnt="0">
        <dgm:presLayoutVars>
          <dgm:dir/>
          <dgm:animLvl val="lvl"/>
          <dgm:resizeHandles val="exact"/>
        </dgm:presLayoutVars>
      </dgm:prSet>
      <dgm:spPr/>
    </dgm:pt>
    <dgm:pt modelId="{DCACA32F-82D7-401B-B325-AA47580F1471}" type="pres">
      <dgm:prSet presAssocID="{8C044098-D77F-4889-8E47-73FFCADDED2F}" presName="parentLin" presStyleCnt="0"/>
      <dgm:spPr/>
    </dgm:pt>
    <dgm:pt modelId="{39E03127-4EF1-447B-BAAF-CD2E51B7AFD7}" type="pres">
      <dgm:prSet presAssocID="{8C044098-D77F-4889-8E47-73FFCADDED2F}" presName="parentLeftMargin" presStyleLbl="node1" presStyleIdx="0" presStyleCnt="2"/>
      <dgm:spPr/>
    </dgm:pt>
    <dgm:pt modelId="{C168EA38-95E6-4F12-9F83-95167CAFD565}" type="pres">
      <dgm:prSet presAssocID="{8C044098-D77F-4889-8E47-73FFCADDED2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4A0E4CF-1F12-4BFF-8FD3-CBE49D027714}" type="pres">
      <dgm:prSet presAssocID="{8C044098-D77F-4889-8E47-73FFCADDED2F}" presName="negativeSpace" presStyleCnt="0"/>
      <dgm:spPr/>
    </dgm:pt>
    <dgm:pt modelId="{E7542474-CF12-42A8-B5CE-795FFD04A657}" type="pres">
      <dgm:prSet presAssocID="{8C044098-D77F-4889-8E47-73FFCADDED2F}" presName="childText" presStyleLbl="conFgAcc1" presStyleIdx="0" presStyleCnt="2">
        <dgm:presLayoutVars>
          <dgm:bulletEnabled val="1"/>
        </dgm:presLayoutVars>
      </dgm:prSet>
      <dgm:spPr/>
    </dgm:pt>
    <dgm:pt modelId="{2E7FF663-F3C7-4656-BB7D-49CAF7C9CCEC}" type="pres">
      <dgm:prSet presAssocID="{5E06592C-02B4-405E-8EAC-3BEA71FBEF8C}" presName="spaceBetweenRectangles" presStyleCnt="0"/>
      <dgm:spPr/>
    </dgm:pt>
    <dgm:pt modelId="{3718761C-98FE-4096-BA89-7A78478E02FE}" type="pres">
      <dgm:prSet presAssocID="{5B78FE45-EFA4-4FF6-9C72-E50BF380F3E5}" presName="parentLin" presStyleCnt="0"/>
      <dgm:spPr/>
    </dgm:pt>
    <dgm:pt modelId="{57461521-C148-45D5-A153-23D9BC0E0856}" type="pres">
      <dgm:prSet presAssocID="{5B78FE45-EFA4-4FF6-9C72-E50BF380F3E5}" presName="parentLeftMargin" presStyleLbl="node1" presStyleIdx="0" presStyleCnt="2"/>
      <dgm:spPr/>
    </dgm:pt>
    <dgm:pt modelId="{6ECC2D4E-CACB-4A15-B153-4189096A56B4}" type="pres">
      <dgm:prSet presAssocID="{5B78FE45-EFA4-4FF6-9C72-E50BF380F3E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D83494B-269D-40D9-8F35-A8CC98237647}" type="pres">
      <dgm:prSet presAssocID="{5B78FE45-EFA4-4FF6-9C72-E50BF380F3E5}" presName="negativeSpace" presStyleCnt="0"/>
      <dgm:spPr/>
    </dgm:pt>
    <dgm:pt modelId="{E9A3FB4D-075B-4E9D-9181-7EBAF7EDB75F}" type="pres">
      <dgm:prSet presAssocID="{5B78FE45-EFA4-4FF6-9C72-E50BF380F3E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A88012D-648B-44A1-B268-A2C29287D170}" srcId="{8C044098-D77F-4889-8E47-73FFCADDED2F}" destId="{50E4C1C5-C545-401B-A8F2-6721ED5D5013}" srcOrd="1" destOrd="0" parTransId="{76B9E729-0417-4271-8109-C762F7EB7C00}" sibTransId="{07AEDC7A-A25F-4283-A093-AAE400634DCA}"/>
    <dgm:cxn modelId="{9248885C-DD0B-426C-A042-B5E722A30796}" srcId="{2212E44D-F72A-45E2-ADB3-8CC8F746501A}" destId="{5B78FE45-EFA4-4FF6-9C72-E50BF380F3E5}" srcOrd="1" destOrd="0" parTransId="{BBA6C518-CBC0-413E-B055-57C06989F87E}" sibTransId="{409501D3-638D-4CB2-A77C-DB758912C83F}"/>
    <dgm:cxn modelId="{48FAB141-97BB-464E-B558-71BB7A747613}" type="presOf" srcId="{2212E44D-F72A-45E2-ADB3-8CC8F746501A}" destId="{89BB3DA6-599F-444C-AD10-7CBB7D02AA70}" srcOrd="0" destOrd="0" presId="urn:microsoft.com/office/officeart/2005/8/layout/list1"/>
    <dgm:cxn modelId="{1985FC63-5A69-4103-BFDD-2CB07743BE92}" type="presOf" srcId="{2BF5A884-98DA-409B-9B3D-B5ACCCDF5FFC}" destId="{E7542474-CF12-42A8-B5CE-795FFD04A657}" srcOrd="0" destOrd="2" presId="urn:microsoft.com/office/officeart/2005/8/layout/list1"/>
    <dgm:cxn modelId="{878E2765-27A0-4130-898F-AC03F3633AD2}" type="presOf" srcId="{5B78FE45-EFA4-4FF6-9C72-E50BF380F3E5}" destId="{57461521-C148-45D5-A153-23D9BC0E0856}" srcOrd="0" destOrd="0" presId="urn:microsoft.com/office/officeart/2005/8/layout/list1"/>
    <dgm:cxn modelId="{FE53C045-1C6B-44F8-8919-0E7ABE4B3B12}" srcId="{2212E44D-F72A-45E2-ADB3-8CC8F746501A}" destId="{8C044098-D77F-4889-8E47-73FFCADDED2F}" srcOrd="0" destOrd="0" parTransId="{5C073852-1CE9-42DE-B2AD-8570478C7219}" sibTransId="{5E06592C-02B4-405E-8EAC-3BEA71FBEF8C}"/>
    <dgm:cxn modelId="{36AAC379-61C5-4485-86BB-4667CAA99654}" srcId="{8C044098-D77F-4889-8E47-73FFCADDED2F}" destId="{2BF5A884-98DA-409B-9B3D-B5ACCCDF5FFC}" srcOrd="2" destOrd="0" parTransId="{47C1CDF1-F2D9-4489-9F58-8F933DD25D4B}" sibTransId="{E2CD6DEF-D2B7-46FE-A520-945473471EA4}"/>
    <dgm:cxn modelId="{46B81C83-CFA7-4D91-A404-C15144345FC2}" type="presOf" srcId="{50E4C1C5-C545-401B-A8F2-6721ED5D5013}" destId="{E7542474-CF12-42A8-B5CE-795FFD04A657}" srcOrd="0" destOrd="1" presId="urn:microsoft.com/office/officeart/2005/8/layout/list1"/>
    <dgm:cxn modelId="{7FF51484-75D1-4B45-B097-2B9C3AB1831F}" type="presOf" srcId="{8C044098-D77F-4889-8E47-73FFCADDED2F}" destId="{C168EA38-95E6-4F12-9F83-95167CAFD565}" srcOrd="1" destOrd="0" presId="urn:microsoft.com/office/officeart/2005/8/layout/list1"/>
    <dgm:cxn modelId="{53AF12A8-F5FD-467F-9FA5-C4C77B3C7F83}" type="presOf" srcId="{8C044098-D77F-4889-8E47-73FFCADDED2F}" destId="{39E03127-4EF1-447B-BAAF-CD2E51B7AFD7}" srcOrd="0" destOrd="0" presId="urn:microsoft.com/office/officeart/2005/8/layout/list1"/>
    <dgm:cxn modelId="{E6D6CEB0-8482-457D-9335-8DFB75C0E819}" type="presOf" srcId="{5B78FE45-EFA4-4FF6-9C72-E50BF380F3E5}" destId="{6ECC2D4E-CACB-4A15-B153-4189096A56B4}" srcOrd="1" destOrd="0" presId="urn:microsoft.com/office/officeart/2005/8/layout/list1"/>
    <dgm:cxn modelId="{ACCEE0D6-F6ED-4C26-8837-B628E4D8028E}" type="presOf" srcId="{CE7CEA81-1AB1-4E8B-A76E-5804CE06D479}" destId="{E7542474-CF12-42A8-B5CE-795FFD04A657}" srcOrd="0" destOrd="0" presId="urn:microsoft.com/office/officeart/2005/8/layout/list1"/>
    <dgm:cxn modelId="{0D647DDA-031D-4C17-88C5-FC1320F3AA3E}" srcId="{8C044098-D77F-4889-8E47-73FFCADDED2F}" destId="{CE7CEA81-1AB1-4E8B-A76E-5804CE06D479}" srcOrd="0" destOrd="0" parTransId="{CF1376AF-78DD-4091-9C1C-CD30690EB97D}" sibTransId="{BCF0E81B-9CC4-4885-9859-FF363716C4BA}"/>
    <dgm:cxn modelId="{8406A375-D7E4-464F-B56B-B3BD107A4FD1}" type="presParOf" srcId="{89BB3DA6-599F-444C-AD10-7CBB7D02AA70}" destId="{DCACA32F-82D7-401B-B325-AA47580F1471}" srcOrd="0" destOrd="0" presId="urn:microsoft.com/office/officeart/2005/8/layout/list1"/>
    <dgm:cxn modelId="{255FFF1F-FFBC-47A3-90C0-213FCA45FCC9}" type="presParOf" srcId="{DCACA32F-82D7-401B-B325-AA47580F1471}" destId="{39E03127-4EF1-447B-BAAF-CD2E51B7AFD7}" srcOrd="0" destOrd="0" presId="urn:microsoft.com/office/officeart/2005/8/layout/list1"/>
    <dgm:cxn modelId="{53473C41-F682-4638-8E08-A005EEF18F67}" type="presParOf" srcId="{DCACA32F-82D7-401B-B325-AA47580F1471}" destId="{C168EA38-95E6-4F12-9F83-95167CAFD565}" srcOrd="1" destOrd="0" presId="urn:microsoft.com/office/officeart/2005/8/layout/list1"/>
    <dgm:cxn modelId="{17391616-D675-43B6-AFE2-4640A7811142}" type="presParOf" srcId="{89BB3DA6-599F-444C-AD10-7CBB7D02AA70}" destId="{D4A0E4CF-1F12-4BFF-8FD3-CBE49D027714}" srcOrd="1" destOrd="0" presId="urn:microsoft.com/office/officeart/2005/8/layout/list1"/>
    <dgm:cxn modelId="{11FEFBC1-88C4-4A6E-8F26-56B525DB1ACE}" type="presParOf" srcId="{89BB3DA6-599F-444C-AD10-7CBB7D02AA70}" destId="{E7542474-CF12-42A8-B5CE-795FFD04A657}" srcOrd="2" destOrd="0" presId="urn:microsoft.com/office/officeart/2005/8/layout/list1"/>
    <dgm:cxn modelId="{832C526E-6DE0-459F-8115-46B8E5D27B0A}" type="presParOf" srcId="{89BB3DA6-599F-444C-AD10-7CBB7D02AA70}" destId="{2E7FF663-F3C7-4656-BB7D-49CAF7C9CCEC}" srcOrd="3" destOrd="0" presId="urn:microsoft.com/office/officeart/2005/8/layout/list1"/>
    <dgm:cxn modelId="{423F4BC2-CD3B-4732-B6EF-8C0EF1FACCC7}" type="presParOf" srcId="{89BB3DA6-599F-444C-AD10-7CBB7D02AA70}" destId="{3718761C-98FE-4096-BA89-7A78478E02FE}" srcOrd="4" destOrd="0" presId="urn:microsoft.com/office/officeart/2005/8/layout/list1"/>
    <dgm:cxn modelId="{2DCFF1FA-EC7C-47A6-BA3E-6D2895D1A971}" type="presParOf" srcId="{3718761C-98FE-4096-BA89-7A78478E02FE}" destId="{57461521-C148-45D5-A153-23D9BC0E0856}" srcOrd="0" destOrd="0" presId="urn:microsoft.com/office/officeart/2005/8/layout/list1"/>
    <dgm:cxn modelId="{903D2FFC-673E-40A0-BF58-3EA504CAD670}" type="presParOf" srcId="{3718761C-98FE-4096-BA89-7A78478E02FE}" destId="{6ECC2D4E-CACB-4A15-B153-4189096A56B4}" srcOrd="1" destOrd="0" presId="urn:microsoft.com/office/officeart/2005/8/layout/list1"/>
    <dgm:cxn modelId="{B4F9F85F-D0EA-48E8-AC78-7814E73816EB}" type="presParOf" srcId="{89BB3DA6-599F-444C-AD10-7CBB7D02AA70}" destId="{BD83494B-269D-40D9-8F35-A8CC98237647}" srcOrd="5" destOrd="0" presId="urn:microsoft.com/office/officeart/2005/8/layout/list1"/>
    <dgm:cxn modelId="{C6236AF4-10B6-446B-AFF3-D25CA70178A0}" type="presParOf" srcId="{89BB3DA6-599F-444C-AD10-7CBB7D02AA70}" destId="{E9A3FB4D-075B-4E9D-9181-7EBAF7EDB75F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212E44D-F72A-45E2-ADB3-8CC8F746501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8C044098-D77F-4889-8E47-73FFCADDED2F}">
      <dgm:prSet/>
      <dgm:spPr/>
      <dgm:t>
        <a:bodyPr/>
        <a:lstStyle/>
        <a:p>
          <a:r>
            <a:rPr lang="en-US" dirty="0"/>
            <a:t>Resolution </a:t>
          </a:r>
          <a:r>
            <a:rPr lang="en-US"/>
            <a:t>de tickets</a:t>
          </a:r>
          <a:endParaRPr lang="en-US" dirty="0"/>
        </a:p>
      </dgm:t>
    </dgm:pt>
    <dgm:pt modelId="{5C073852-1CE9-42DE-B2AD-8570478C7219}" type="parTrans" cxnId="{FE53C045-1C6B-44F8-8919-0E7ABE4B3B12}">
      <dgm:prSet/>
      <dgm:spPr/>
      <dgm:t>
        <a:bodyPr/>
        <a:lstStyle/>
        <a:p>
          <a:endParaRPr lang="fr-FR"/>
        </a:p>
      </dgm:t>
    </dgm:pt>
    <dgm:pt modelId="{5E06592C-02B4-405E-8EAC-3BEA71FBEF8C}" type="sibTrans" cxnId="{FE53C045-1C6B-44F8-8919-0E7ABE4B3B12}">
      <dgm:prSet/>
      <dgm:spPr/>
      <dgm:t>
        <a:bodyPr/>
        <a:lstStyle/>
        <a:p>
          <a:endParaRPr lang="fr-FR"/>
        </a:p>
      </dgm:t>
    </dgm:pt>
    <dgm:pt modelId="{5B78FE45-EFA4-4FF6-9C72-E50BF380F3E5}">
      <dgm:prSet/>
      <dgm:spPr/>
      <dgm:t>
        <a:bodyPr/>
        <a:lstStyle/>
        <a:p>
          <a:r>
            <a:rPr lang="en-US" dirty="0"/>
            <a:t>Preparation de PC</a:t>
          </a:r>
          <a:endParaRPr lang="fr-FR" dirty="0"/>
        </a:p>
      </dgm:t>
    </dgm:pt>
    <dgm:pt modelId="{BBA6C518-CBC0-413E-B055-57C06989F87E}" type="parTrans" cxnId="{9248885C-DD0B-426C-A042-B5E722A30796}">
      <dgm:prSet/>
      <dgm:spPr/>
      <dgm:t>
        <a:bodyPr/>
        <a:lstStyle/>
        <a:p>
          <a:endParaRPr lang="fr-FR"/>
        </a:p>
      </dgm:t>
    </dgm:pt>
    <dgm:pt modelId="{409501D3-638D-4CB2-A77C-DB758912C83F}" type="sibTrans" cxnId="{9248885C-DD0B-426C-A042-B5E722A30796}">
      <dgm:prSet/>
      <dgm:spPr/>
      <dgm:t>
        <a:bodyPr/>
        <a:lstStyle/>
        <a:p>
          <a:endParaRPr lang="fr-FR"/>
        </a:p>
      </dgm:t>
    </dgm:pt>
    <dgm:pt modelId="{89BB3DA6-599F-444C-AD10-7CBB7D02AA70}" type="pres">
      <dgm:prSet presAssocID="{2212E44D-F72A-45E2-ADB3-8CC8F746501A}" presName="linear" presStyleCnt="0">
        <dgm:presLayoutVars>
          <dgm:dir/>
          <dgm:animLvl val="lvl"/>
          <dgm:resizeHandles val="exact"/>
        </dgm:presLayoutVars>
      </dgm:prSet>
      <dgm:spPr/>
    </dgm:pt>
    <dgm:pt modelId="{DCACA32F-82D7-401B-B325-AA47580F1471}" type="pres">
      <dgm:prSet presAssocID="{8C044098-D77F-4889-8E47-73FFCADDED2F}" presName="parentLin" presStyleCnt="0"/>
      <dgm:spPr/>
    </dgm:pt>
    <dgm:pt modelId="{39E03127-4EF1-447B-BAAF-CD2E51B7AFD7}" type="pres">
      <dgm:prSet presAssocID="{8C044098-D77F-4889-8E47-73FFCADDED2F}" presName="parentLeftMargin" presStyleLbl="node1" presStyleIdx="0" presStyleCnt="2"/>
      <dgm:spPr/>
    </dgm:pt>
    <dgm:pt modelId="{C168EA38-95E6-4F12-9F83-95167CAFD565}" type="pres">
      <dgm:prSet presAssocID="{8C044098-D77F-4889-8E47-73FFCADDED2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4A0E4CF-1F12-4BFF-8FD3-CBE49D027714}" type="pres">
      <dgm:prSet presAssocID="{8C044098-D77F-4889-8E47-73FFCADDED2F}" presName="negativeSpace" presStyleCnt="0"/>
      <dgm:spPr/>
    </dgm:pt>
    <dgm:pt modelId="{E7542474-CF12-42A8-B5CE-795FFD04A657}" type="pres">
      <dgm:prSet presAssocID="{8C044098-D77F-4889-8E47-73FFCADDED2F}" presName="childText" presStyleLbl="conFgAcc1" presStyleIdx="0" presStyleCnt="2">
        <dgm:presLayoutVars>
          <dgm:bulletEnabled val="1"/>
        </dgm:presLayoutVars>
      </dgm:prSet>
      <dgm:spPr/>
    </dgm:pt>
    <dgm:pt modelId="{2E7FF663-F3C7-4656-BB7D-49CAF7C9CCEC}" type="pres">
      <dgm:prSet presAssocID="{5E06592C-02B4-405E-8EAC-3BEA71FBEF8C}" presName="spaceBetweenRectangles" presStyleCnt="0"/>
      <dgm:spPr/>
    </dgm:pt>
    <dgm:pt modelId="{3718761C-98FE-4096-BA89-7A78478E02FE}" type="pres">
      <dgm:prSet presAssocID="{5B78FE45-EFA4-4FF6-9C72-E50BF380F3E5}" presName="parentLin" presStyleCnt="0"/>
      <dgm:spPr/>
    </dgm:pt>
    <dgm:pt modelId="{57461521-C148-45D5-A153-23D9BC0E0856}" type="pres">
      <dgm:prSet presAssocID="{5B78FE45-EFA4-4FF6-9C72-E50BF380F3E5}" presName="parentLeftMargin" presStyleLbl="node1" presStyleIdx="0" presStyleCnt="2"/>
      <dgm:spPr/>
    </dgm:pt>
    <dgm:pt modelId="{6ECC2D4E-CACB-4A15-B153-4189096A56B4}" type="pres">
      <dgm:prSet presAssocID="{5B78FE45-EFA4-4FF6-9C72-E50BF380F3E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D83494B-269D-40D9-8F35-A8CC98237647}" type="pres">
      <dgm:prSet presAssocID="{5B78FE45-EFA4-4FF6-9C72-E50BF380F3E5}" presName="negativeSpace" presStyleCnt="0"/>
      <dgm:spPr/>
    </dgm:pt>
    <dgm:pt modelId="{E9A3FB4D-075B-4E9D-9181-7EBAF7EDB75F}" type="pres">
      <dgm:prSet presAssocID="{5B78FE45-EFA4-4FF6-9C72-E50BF380F3E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5B45401-5CAD-494D-BE73-9B1FD2794A96}" type="presOf" srcId="{5B78FE45-EFA4-4FF6-9C72-E50BF380F3E5}" destId="{6ECC2D4E-CACB-4A15-B153-4189096A56B4}" srcOrd="1" destOrd="0" presId="urn:microsoft.com/office/officeart/2005/8/layout/list1"/>
    <dgm:cxn modelId="{9248885C-DD0B-426C-A042-B5E722A30796}" srcId="{2212E44D-F72A-45E2-ADB3-8CC8F746501A}" destId="{5B78FE45-EFA4-4FF6-9C72-E50BF380F3E5}" srcOrd="1" destOrd="0" parTransId="{BBA6C518-CBC0-413E-B055-57C06989F87E}" sibTransId="{409501D3-638D-4CB2-A77C-DB758912C83F}"/>
    <dgm:cxn modelId="{48FAB141-97BB-464E-B558-71BB7A747613}" type="presOf" srcId="{2212E44D-F72A-45E2-ADB3-8CC8F746501A}" destId="{89BB3DA6-599F-444C-AD10-7CBB7D02AA70}" srcOrd="0" destOrd="0" presId="urn:microsoft.com/office/officeart/2005/8/layout/list1"/>
    <dgm:cxn modelId="{FE53C045-1C6B-44F8-8919-0E7ABE4B3B12}" srcId="{2212E44D-F72A-45E2-ADB3-8CC8F746501A}" destId="{8C044098-D77F-4889-8E47-73FFCADDED2F}" srcOrd="0" destOrd="0" parTransId="{5C073852-1CE9-42DE-B2AD-8570478C7219}" sibTransId="{5E06592C-02B4-405E-8EAC-3BEA71FBEF8C}"/>
    <dgm:cxn modelId="{73A77571-7156-4770-9288-4DF912BD4267}" type="presOf" srcId="{8C044098-D77F-4889-8E47-73FFCADDED2F}" destId="{C168EA38-95E6-4F12-9F83-95167CAFD565}" srcOrd="1" destOrd="0" presId="urn:microsoft.com/office/officeart/2005/8/layout/list1"/>
    <dgm:cxn modelId="{14A1AC7B-0EC8-49B4-984E-D04C5435C707}" type="presOf" srcId="{5B78FE45-EFA4-4FF6-9C72-E50BF380F3E5}" destId="{57461521-C148-45D5-A153-23D9BC0E0856}" srcOrd="0" destOrd="0" presId="urn:microsoft.com/office/officeart/2005/8/layout/list1"/>
    <dgm:cxn modelId="{7AA0B0E0-0FD8-466B-A246-935E55E8BC85}" type="presOf" srcId="{8C044098-D77F-4889-8E47-73FFCADDED2F}" destId="{39E03127-4EF1-447B-BAAF-CD2E51B7AFD7}" srcOrd="0" destOrd="0" presId="urn:microsoft.com/office/officeart/2005/8/layout/list1"/>
    <dgm:cxn modelId="{DF1D05D8-B643-4B58-830D-077B4A7DD562}" type="presParOf" srcId="{89BB3DA6-599F-444C-AD10-7CBB7D02AA70}" destId="{DCACA32F-82D7-401B-B325-AA47580F1471}" srcOrd="0" destOrd="0" presId="urn:microsoft.com/office/officeart/2005/8/layout/list1"/>
    <dgm:cxn modelId="{98C958A7-2FCD-423C-B313-A379B944238B}" type="presParOf" srcId="{DCACA32F-82D7-401B-B325-AA47580F1471}" destId="{39E03127-4EF1-447B-BAAF-CD2E51B7AFD7}" srcOrd="0" destOrd="0" presId="urn:microsoft.com/office/officeart/2005/8/layout/list1"/>
    <dgm:cxn modelId="{977FF082-BD17-41DE-A55F-0C9B663287C9}" type="presParOf" srcId="{DCACA32F-82D7-401B-B325-AA47580F1471}" destId="{C168EA38-95E6-4F12-9F83-95167CAFD565}" srcOrd="1" destOrd="0" presId="urn:microsoft.com/office/officeart/2005/8/layout/list1"/>
    <dgm:cxn modelId="{10388198-57D8-4EDC-9E15-63DF5C7EF72F}" type="presParOf" srcId="{89BB3DA6-599F-444C-AD10-7CBB7D02AA70}" destId="{D4A0E4CF-1F12-4BFF-8FD3-CBE49D027714}" srcOrd="1" destOrd="0" presId="urn:microsoft.com/office/officeart/2005/8/layout/list1"/>
    <dgm:cxn modelId="{8B0C6082-7A26-40E1-ABC1-874CCD1B98B0}" type="presParOf" srcId="{89BB3DA6-599F-444C-AD10-7CBB7D02AA70}" destId="{E7542474-CF12-42A8-B5CE-795FFD04A657}" srcOrd="2" destOrd="0" presId="urn:microsoft.com/office/officeart/2005/8/layout/list1"/>
    <dgm:cxn modelId="{F6D43A41-F43B-495A-BBCD-04543DEADFE6}" type="presParOf" srcId="{89BB3DA6-599F-444C-AD10-7CBB7D02AA70}" destId="{2E7FF663-F3C7-4656-BB7D-49CAF7C9CCEC}" srcOrd="3" destOrd="0" presId="urn:microsoft.com/office/officeart/2005/8/layout/list1"/>
    <dgm:cxn modelId="{9AF87A48-7DFF-4D55-A28E-068A5DD9BBF5}" type="presParOf" srcId="{89BB3DA6-599F-444C-AD10-7CBB7D02AA70}" destId="{3718761C-98FE-4096-BA89-7A78478E02FE}" srcOrd="4" destOrd="0" presId="urn:microsoft.com/office/officeart/2005/8/layout/list1"/>
    <dgm:cxn modelId="{D7E80098-6ADF-4395-9004-A045A5D12621}" type="presParOf" srcId="{3718761C-98FE-4096-BA89-7A78478E02FE}" destId="{57461521-C148-45D5-A153-23D9BC0E0856}" srcOrd="0" destOrd="0" presId="urn:microsoft.com/office/officeart/2005/8/layout/list1"/>
    <dgm:cxn modelId="{B91B5293-7C4A-4043-9BA9-D05791870876}" type="presParOf" srcId="{3718761C-98FE-4096-BA89-7A78478E02FE}" destId="{6ECC2D4E-CACB-4A15-B153-4189096A56B4}" srcOrd="1" destOrd="0" presId="urn:microsoft.com/office/officeart/2005/8/layout/list1"/>
    <dgm:cxn modelId="{6972FF33-063E-4579-BCAB-7A12ABA26F02}" type="presParOf" srcId="{89BB3DA6-599F-444C-AD10-7CBB7D02AA70}" destId="{BD83494B-269D-40D9-8F35-A8CC98237647}" srcOrd="5" destOrd="0" presId="urn:microsoft.com/office/officeart/2005/8/layout/list1"/>
    <dgm:cxn modelId="{166E8EBD-73DC-4298-927C-C1EE1D4BB18A}" type="presParOf" srcId="{89BB3DA6-599F-444C-AD10-7CBB7D02AA70}" destId="{E9A3FB4D-075B-4E9D-9181-7EBAF7EDB75F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90E8114-7BD6-4786-B684-1E8167DA914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FFA331F-92F9-4CCE-989B-2E3C2D907559}">
      <dgm:prSet phldrT="[Texte]" phldr="0"/>
      <dgm:spPr/>
      <dgm:t>
        <a:bodyPr/>
        <a:lstStyle/>
        <a:p>
          <a:r>
            <a:rPr lang="fr-FR" dirty="0" err="1"/>
            <a:t>Hangman</a:t>
          </a:r>
          <a:endParaRPr lang="fr-FR" dirty="0"/>
        </a:p>
      </dgm:t>
    </dgm:pt>
    <dgm:pt modelId="{0ED8F570-30B6-4A06-BF37-35A27299F670}" type="parTrans" cxnId="{55E7CEEB-39C1-4D55-AAC1-24EE7ED7A9D4}">
      <dgm:prSet/>
      <dgm:spPr/>
      <dgm:t>
        <a:bodyPr/>
        <a:lstStyle/>
        <a:p>
          <a:endParaRPr lang="fr-FR"/>
        </a:p>
      </dgm:t>
    </dgm:pt>
    <dgm:pt modelId="{C84CA900-7558-4542-BF93-1143D798043A}" type="sibTrans" cxnId="{55E7CEEB-39C1-4D55-AAC1-24EE7ED7A9D4}">
      <dgm:prSet/>
      <dgm:spPr/>
      <dgm:t>
        <a:bodyPr/>
        <a:lstStyle/>
        <a:p>
          <a:endParaRPr lang="fr-FR"/>
        </a:p>
      </dgm:t>
    </dgm:pt>
    <dgm:pt modelId="{BBDC2E0A-00EF-4A34-9DAB-8C8C558F1013}">
      <dgm:prSet phldrT="[Texte]" phldr="0"/>
      <dgm:spPr/>
      <dgm:t>
        <a:bodyPr/>
        <a:lstStyle/>
        <a:p>
          <a:r>
            <a:rPr lang="fr-FR" dirty="0"/>
            <a:t>Gestion Zoo</a:t>
          </a:r>
        </a:p>
      </dgm:t>
    </dgm:pt>
    <dgm:pt modelId="{2CD71132-01F0-40AF-A62A-AE5AC0CFCA5D}" type="parTrans" cxnId="{26D138E6-F6AB-44F5-96C6-109CD3575760}">
      <dgm:prSet/>
      <dgm:spPr/>
      <dgm:t>
        <a:bodyPr/>
        <a:lstStyle/>
        <a:p>
          <a:endParaRPr lang="fr-FR"/>
        </a:p>
      </dgm:t>
    </dgm:pt>
    <dgm:pt modelId="{93436DAA-F206-43E9-A90E-7C7AD8E7EDD4}" type="sibTrans" cxnId="{26D138E6-F6AB-44F5-96C6-109CD3575760}">
      <dgm:prSet/>
      <dgm:spPr/>
      <dgm:t>
        <a:bodyPr/>
        <a:lstStyle/>
        <a:p>
          <a:endParaRPr lang="fr-FR"/>
        </a:p>
      </dgm:t>
    </dgm:pt>
    <dgm:pt modelId="{1DC8990D-043C-4870-81F6-D27304618BC3}">
      <dgm:prSet phldrT="[Texte]" phldr="0"/>
      <dgm:spPr/>
      <dgm:t>
        <a:bodyPr/>
        <a:lstStyle/>
        <a:p>
          <a:r>
            <a:rPr lang="fr-FR" dirty="0"/>
            <a:t>Projet cinéma</a:t>
          </a:r>
        </a:p>
      </dgm:t>
    </dgm:pt>
    <dgm:pt modelId="{87F9E4AB-AD63-43CB-9920-DBDD26CF16DE}" type="parTrans" cxnId="{5AB97D89-C64B-4649-A749-4E790E620357}">
      <dgm:prSet/>
      <dgm:spPr/>
      <dgm:t>
        <a:bodyPr/>
        <a:lstStyle/>
        <a:p>
          <a:endParaRPr lang="fr-FR"/>
        </a:p>
      </dgm:t>
    </dgm:pt>
    <dgm:pt modelId="{DC72F9E3-2538-4F93-ADED-07305611D5FD}" type="sibTrans" cxnId="{5AB97D89-C64B-4649-A749-4E790E620357}">
      <dgm:prSet/>
      <dgm:spPr/>
      <dgm:t>
        <a:bodyPr/>
        <a:lstStyle/>
        <a:p>
          <a:endParaRPr lang="fr-FR"/>
        </a:p>
      </dgm:t>
    </dgm:pt>
    <dgm:pt modelId="{76FBD568-DCFD-45AD-90D4-9A23BBCB1F3F}">
      <dgm:prSet phldrT="[Texte]" phldr="0"/>
      <dgm:spPr/>
      <dgm:t>
        <a:bodyPr/>
        <a:lstStyle/>
        <a:p>
          <a:r>
            <a:rPr lang="fr-FR" dirty="0" err="1"/>
            <a:t>Todolist</a:t>
          </a:r>
          <a:endParaRPr lang="fr-FR" dirty="0"/>
        </a:p>
      </dgm:t>
    </dgm:pt>
    <dgm:pt modelId="{53A70439-7D38-4BDB-9DF5-F94D009009DD}" type="parTrans" cxnId="{6453D95D-099A-46DF-92BD-93B1E5EB24A4}">
      <dgm:prSet/>
      <dgm:spPr/>
      <dgm:t>
        <a:bodyPr/>
        <a:lstStyle/>
        <a:p>
          <a:endParaRPr lang="fr-FR"/>
        </a:p>
      </dgm:t>
    </dgm:pt>
    <dgm:pt modelId="{FCAABC8E-5803-452A-B5C2-34E6149C9F06}" type="sibTrans" cxnId="{6453D95D-099A-46DF-92BD-93B1E5EB24A4}">
      <dgm:prSet/>
      <dgm:spPr/>
      <dgm:t>
        <a:bodyPr/>
        <a:lstStyle/>
        <a:p>
          <a:endParaRPr lang="fr-FR"/>
        </a:p>
      </dgm:t>
    </dgm:pt>
    <dgm:pt modelId="{872C8382-9EFB-4256-A360-75A55317A5CF}">
      <dgm:prSet phldrT="[Texte]" phldr="0"/>
      <dgm:spPr/>
      <dgm:t>
        <a:bodyPr/>
        <a:lstStyle/>
        <a:p>
          <a:r>
            <a:rPr lang="fr-FR"/>
            <a:t>Aeroport</a:t>
          </a:r>
          <a:endParaRPr lang="fr-FR" dirty="0"/>
        </a:p>
      </dgm:t>
    </dgm:pt>
    <dgm:pt modelId="{791F7FB9-6EEE-473C-AB1F-D4FD92273FBD}" type="parTrans" cxnId="{B4C290DA-C576-4DF7-9ECE-94B4BDE02D79}">
      <dgm:prSet/>
      <dgm:spPr/>
      <dgm:t>
        <a:bodyPr/>
        <a:lstStyle/>
        <a:p>
          <a:endParaRPr lang="fr-FR"/>
        </a:p>
      </dgm:t>
    </dgm:pt>
    <dgm:pt modelId="{0B00BE2C-6EFF-4507-A8F6-280825FFFD56}" type="sibTrans" cxnId="{B4C290DA-C576-4DF7-9ECE-94B4BDE02D79}">
      <dgm:prSet/>
      <dgm:spPr/>
      <dgm:t>
        <a:bodyPr/>
        <a:lstStyle/>
        <a:p>
          <a:endParaRPr lang="fr-FR"/>
        </a:p>
      </dgm:t>
    </dgm:pt>
    <dgm:pt modelId="{C3230C91-1001-4700-8717-5C11A323E9CE}" type="pres">
      <dgm:prSet presAssocID="{190E8114-7BD6-4786-B684-1E8167DA914D}" presName="linear" presStyleCnt="0">
        <dgm:presLayoutVars>
          <dgm:dir/>
          <dgm:animLvl val="lvl"/>
          <dgm:resizeHandles val="exact"/>
        </dgm:presLayoutVars>
      </dgm:prSet>
      <dgm:spPr/>
    </dgm:pt>
    <dgm:pt modelId="{221F15E9-C88D-49FC-BACD-FE1FC889DA78}" type="pres">
      <dgm:prSet presAssocID="{4FFA331F-92F9-4CCE-989B-2E3C2D907559}" presName="parentLin" presStyleCnt="0"/>
      <dgm:spPr/>
    </dgm:pt>
    <dgm:pt modelId="{E77BBF26-930A-4567-9207-BED94A0DD8A6}" type="pres">
      <dgm:prSet presAssocID="{4FFA331F-92F9-4CCE-989B-2E3C2D907559}" presName="parentLeftMargin" presStyleLbl="node1" presStyleIdx="0" presStyleCnt="5"/>
      <dgm:spPr/>
    </dgm:pt>
    <dgm:pt modelId="{F390DC83-1684-4551-97DD-BC3E4716D723}" type="pres">
      <dgm:prSet presAssocID="{4FFA331F-92F9-4CCE-989B-2E3C2D90755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53E74DF-FCD7-4B72-B382-57161BB0512D}" type="pres">
      <dgm:prSet presAssocID="{4FFA331F-92F9-4CCE-989B-2E3C2D907559}" presName="negativeSpace" presStyleCnt="0"/>
      <dgm:spPr/>
    </dgm:pt>
    <dgm:pt modelId="{3AF6C9E6-2727-404E-A308-6E0C3FD17992}" type="pres">
      <dgm:prSet presAssocID="{4FFA331F-92F9-4CCE-989B-2E3C2D907559}" presName="childText" presStyleLbl="conFgAcc1" presStyleIdx="0" presStyleCnt="5">
        <dgm:presLayoutVars>
          <dgm:bulletEnabled val="1"/>
        </dgm:presLayoutVars>
      </dgm:prSet>
      <dgm:spPr/>
    </dgm:pt>
    <dgm:pt modelId="{982F94BC-1A43-490C-9C99-8306C4659FE9}" type="pres">
      <dgm:prSet presAssocID="{C84CA900-7558-4542-BF93-1143D798043A}" presName="spaceBetweenRectangles" presStyleCnt="0"/>
      <dgm:spPr/>
    </dgm:pt>
    <dgm:pt modelId="{99CD1EDE-AFFD-4FE6-8D05-8467C8CC5CC6}" type="pres">
      <dgm:prSet presAssocID="{BBDC2E0A-00EF-4A34-9DAB-8C8C558F1013}" presName="parentLin" presStyleCnt="0"/>
      <dgm:spPr/>
    </dgm:pt>
    <dgm:pt modelId="{CB382B7B-ED3A-4A83-A5E3-217ACC3217CD}" type="pres">
      <dgm:prSet presAssocID="{BBDC2E0A-00EF-4A34-9DAB-8C8C558F1013}" presName="parentLeftMargin" presStyleLbl="node1" presStyleIdx="0" presStyleCnt="5"/>
      <dgm:spPr/>
    </dgm:pt>
    <dgm:pt modelId="{33C388C4-DCF8-41D7-80C6-F4370641D09A}" type="pres">
      <dgm:prSet presAssocID="{BBDC2E0A-00EF-4A34-9DAB-8C8C558F101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5DF6901-686F-456F-9526-A2D6811A64DB}" type="pres">
      <dgm:prSet presAssocID="{BBDC2E0A-00EF-4A34-9DAB-8C8C558F1013}" presName="negativeSpace" presStyleCnt="0"/>
      <dgm:spPr/>
    </dgm:pt>
    <dgm:pt modelId="{C34D66CF-E015-47F8-B0FA-88FA00974A1D}" type="pres">
      <dgm:prSet presAssocID="{BBDC2E0A-00EF-4A34-9DAB-8C8C558F1013}" presName="childText" presStyleLbl="conFgAcc1" presStyleIdx="1" presStyleCnt="5">
        <dgm:presLayoutVars>
          <dgm:bulletEnabled val="1"/>
        </dgm:presLayoutVars>
      </dgm:prSet>
      <dgm:spPr/>
    </dgm:pt>
    <dgm:pt modelId="{518012F2-A83B-471D-A37C-4F9E0FC8F957}" type="pres">
      <dgm:prSet presAssocID="{93436DAA-F206-43E9-A90E-7C7AD8E7EDD4}" presName="spaceBetweenRectangles" presStyleCnt="0"/>
      <dgm:spPr/>
    </dgm:pt>
    <dgm:pt modelId="{59365F6B-31FE-41DB-B58C-6D462F210584}" type="pres">
      <dgm:prSet presAssocID="{1DC8990D-043C-4870-81F6-D27304618BC3}" presName="parentLin" presStyleCnt="0"/>
      <dgm:spPr/>
    </dgm:pt>
    <dgm:pt modelId="{B1C8143C-2A73-4039-A72B-9B833BD91BEF}" type="pres">
      <dgm:prSet presAssocID="{1DC8990D-043C-4870-81F6-D27304618BC3}" presName="parentLeftMargin" presStyleLbl="node1" presStyleIdx="1" presStyleCnt="5"/>
      <dgm:spPr/>
    </dgm:pt>
    <dgm:pt modelId="{83BF074E-8331-40BE-9459-6D41C80B9189}" type="pres">
      <dgm:prSet presAssocID="{1DC8990D-043C-4870-81F6-D27304618BC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8A09C00-FBA9-46D8-8AA2-C3BC64571259}" type="pres">
      <dgm:prSet presAssocID="{1DC8990D-043C-4870-81F6-D27304618BC3}" presName="negativeSpace" presStyleCnt="0"/>
      <dgm:spPr/>
    </dgm:pt>
    <dgm:pt modelId="{B89A4AB9-2F47-47BE-81C7-B64B34450C3E}" type="pres">
      <dgm:prSet presAssocID="{1DC8990D-043C-4870-81F6-D27304618BC3}" presName="childText" presStyleLbl="conFgAcc1" presStyleIdx="2" presStyleCnt="5">
        <dgm:presLayoutVars>
          <dgm:bulletEnabled val="1"/>
        </dgm:presLayoutVars>
      </dgm:prSet>
      <dgm:spPr/>
    </dgm:pt>
    <dgm:pt modelId="{61499AB4-32D5-4931-9DD9-3FBFA730FE2A}" type="pres">
      <dgm:prSet presAssocID="{DC72F9E3-2538-4F93-ADED-07305611D5FD}" presName="spaceBetweenRectangles" presStyleCnt="0"/>
      <dgm:spPr/>
    </dgm:pt>
    <dgm:pt modelId="{94257F0F-AFA6-4FED-AD26-9186F1D15307}" type="pres">
      <dgm:prSet presAssocID="{76FBD568-DCFD-45AD-90D4-9A23BBCB1F3F}" presName="parentLin" presStyleCnt="0"/>
      <dgm:spPr/>
    </dgm:pt>
    <dgm:pt modelId="{510B7DA2-BCF3-4A37-A9C7-6C9F9BB936CD}" type="pres">
      <dgm:prSet presAssocID="{76FBD568-DCFD-45AD-90D4-9A23BBCB1F3F}" presName="parentLeftMargin" presStyleLbl="node1" presStyleIdx="2" presStyleCnt="5"/>
      <dgm:spPr/>
    </dgm:pt>
    <dgm:pt modelId="{CBC397A7-E7E7-458A-BB64-277A6A4394DA}" type="pres">
      <dgm:prSet presAssocID="{76FBD568-DCFD-45AD-90D4-9A23BBCB1F3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F723E24-68DE-42A4-A3F7-862531C511A7}" type="pres">
      <dgm:prSet presAssocID="{76FBD568-DCFD-45AD-90D4-9A23BBCB1F3F}" presName="negativeSpace" presStyleCnt="0"/>
      <dgm:spPr/>
    </dgm:pt>
    <dgm:pt modelId="{0A73B28E-119C-4E56-BF9D-367A1409646C}" type="pres">
      <dgm:prSet presAssocID="{76FBD568-DCFD-45AD-90D4-9A23BBCB1F3F}" presName="childText" presStyleLbl="conFgAcc1" presStyleIdx="3" presStyleCnt="5">
        <dgm:presLayoutVars>
          <dgm:bulletEnabled val="1"/>
        </dgm:presLayoutVars>
      </dgm:prSet>
      <dgm:spPr/>
    </dgm:pt>
    <dgm:pt modelId="{A8B09297-CAB0-46B9-937D-6A2CD8F736CF}" type="pres">
      <dgm:prSet presAssocID="{FCAABC8E-5803-452A-B5C2-34E6149C9F06}" presName="spaceBetweenRectangles" presStyleCnt="0"/>
      <dgm:spPr/>
    </dgm:pt>
    <dgm:pt modelId="{213A2B47-468D-498B-8C3B-C5DB84326034}" type="pres">
      <dgm:prSet presAssocID="{872C8382-9EFB-4256-A360-75A55317A5CF}" presName="parentLin" presStyleCnt="0"/>
      <dgm:spPr/>
    </dgm:pt>
    <dgm:pt modelId="{4D3DCD76-5C04-46E4-8573-151D1FF33273}" type="pres">
      <dgm:prSet presAssocID="{872C8382-9EFB-4256-A360-75A55317A5CF}" presName="parentLeftMargin" presStyleLbl="node1" presStyleIdx="3" presStyleCnt="5"/>
      <dgm:spPr/>
    </dgm:pt>
    <dgm:pt modelId="{B4601C21-80CA-41EB-A418-94A334BE47CE}" type="pres">
      <dgm:prSet presAssocID="{872C8382-9EFB-4256-A360-75A55317A5CF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E05083B7-270C-4085-94C6-C0A1A95B5C3C}" type="pres">
      <dgm:prSet presAssocID="{872C8382-9EFB-4256-A360-75A55317A5CF}" presName="negativeSpace" presStyleCnt="0"/>
      <dgm:spPr/>
    </dgm:pt>
    <dgm:pt modelId="{D2EE749E-DEDD-45BD-9260-9211C43645F1}" type="pres">
      <dgm:prSet presAssocID="{872C8382-9EFB-4256-A360-75A55317A5CF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BC06AE06-7A7D-4D3B-80F2-4164B71DFE72}" type="presOf" srcId="{76FBD568-DCFD-45AD-90D4-9A23BBCB1F3F}" destId="{510B7DA2-BCF3-4A37-A9C7-6C9F9BB936CD}" srcOrd="0" destOrd="0" presId="urn:microsoft.com/office/officeart/2005/8/layout/list1"/>
    <dgm:cxn modelId="{68E79E17-520B-48AF-933C-124488D776DE}" type="presOf" srcId="{872C8382-9EFB-4256-A360-75A55317A5CF}" destId="{B4601C21-80CA-41EB-A418-94A334BE47CE}" srcOrd="1" destOrd="0" presId="urn:microsoft.com/office/officeart/2005/8/layout/list1"/>
    <dgm:cxn modelId="{6453D95D-099A-46DF-92BD-93B1E5EB24A4}" srcId="{190E8114-7BD6-4786-B684-1E8167DA914D}" destId="{76FBD568-DCFD-45AD-90D4-9A23BBCB1F3F}" srcOrd="3" destOrd="0" parTransId="{53A70439-7D38-4BDB-9DF5-F94D009009DD}" sibTransId="{FCAABC8E-5803-452A-B5C2-34E6149C9F06}"/>
    <dgm:cxn modelId="{2627FC6C-8C3F-4C40-898C-766C1F079399}" type="presOf" srcId="{1DC8990D-043C-4870-81F6-D27304618BC3}" destId="{83BF074E-8331-40BE-9459-6D41C80B9189}" srcOrd="1" destOrd="0" presId="urn:microsoft.com/office/officeart/2005/8/layout/list1"/>
    <dgm:cxn modelId="{233E5D71-B0B0-4A52-A8C7-E6CF1E498031}" type="presOf" srcId="{BBDC2E0A-00EF-4A34-9DAB-8C8C558F1013}" destId="{CB382B7B-ED3A-4A83-A5E3-217ACC3217CD}" srcOrd="0" destOrd="0" presId="urn:microsoft.com/office/officeart/2005/8/layout/list1"/>
    <dgm:cxn modelId="{2ABF2478-CBF8-411E-B6C6-2C96593F404A}" type="presOf" srcId="{BBDC2E0A-00EF-4A34-9DAB-8C8C558F1013}" destId="{33C388C4-DCF8-41D7-80C6-F4370641D09A}" srcOrd="1" destOrd="0" presId="urn:microsoft.com/office/officeart/2005/8/layout/list1"/>
    <dgm:cxn modelId="{FFDDFD88-9F95-4C13-971F-FBA5CDB15CC1}" type="presOf" srcId="{4FFA331F-92F9-4CCE-989B-2E3C2D907559}" destId="{F390DC83-1684-4551-97DD-BC3E4716D723}" srcOrd="1" destOrd="0" presId="urn:microsoft.com/office/officeart/2005/8/layout/list1"/>
    <dgm:cxn modelId="{5AB97D89-C64B-4649-A749-4E790E620357}" srcId="{190E8114-7BD6-4786-B684-1E8167DA914D}" destId="{1DC8990D-043C-4870-81F6-D27304618BC3}" srcOrd="2" destOrd="0" parTransId="{87F9E4AB-AD63-43CB-9920-DBDD26CF16DE}" sibTransId="{DC72F9E3-2538-4F93-ADED-07305611D5FD}"/>
    <dgm:cxn modelId="{4DA340C5-B42D-4D9A-B126-DF83F25EF4D5}" type="presOf" srcId="{76FBD568-DCFD-45AD-90D4-9A23BBCB1F3F}" destId="{CBC397A7-E7E7-458A-BB64-277A6A4394DA}" srcOrd="1" destOrd="0" presId="urn:microsoft.com/office/officeart/2005/8/layout/list1"/>
    <dgm:cxn modelId="{38D03ED4-79D1-418C-BAED-699F5F6BC307}" type="presOf" srcId="{1DC8990D-043C-4870-81F6-D27304618BC3}" destId="{B1C8143C-2A73-4039-A72B-9B833BD91BEF}" srcOrd="0" destOrd="0" presId="urn:microsoft.com/office/officeart/2005/8/layout/list1"/>
    <dgm:cxn modelId="{B4C290DA-C576-4DF7-9ECE-94B4BDE02D79}" srcId="{190E8114-7BD6-4786-B684-1E8167DA914D}" destId="{872C8382-9EFB-4256-A360-75A55317A5CF}" srcOrd="4" destOrd="0" parTransId="{791F7FB9-6EEE-473C-AB1F-D4FD92273FBD}" sibTransId="{0B00BE2C-6EFF-4507-A8F6-280825FFFD56}"/>
    <dgm:cxn modelId="{C75B1CE4-11C4-49D7-88B3-1F3997D91271}" type="presOf" srcId="{872C8382-9EFB-4256-A360-75A55317A5CF}" destId="{4D3DCD76-5C04-46E4-8573-151D1FF33273}" srcOrd="0" destOrd="0" presId="urn:microsoft.com/office/officeart/2005/8/layout/list1"/>
    <dgm:cxn modelId="{26D138E6-F6AB-44F5-96C6-109CD3575760}" srcId="{190E8114-7BD6-4786-B684-1E8167DA914D}" destId="{BBDC2E0A-00EF-4A34-9DAB-8C8C558F1013}" srcOrd="1" destOrd="0" parTransId="{2CD71132-01F0-40AF-A62A-AE5AC0CFCA5D}" sibTransId="{93436DAA-F206-43E9-A90E-7C7AD8E7EDD4}"/>
    <dgm:cxn modelId="{4E1AADE8-7D5E-41D5-A1C2-904B5DF798D1}" type="presOf" srcId="{190E8114-7BD6-4786-B684-1E8167DA914D}" destId="{C3230C91-1001-4700-8717-5C11A323E9CE}" srcOrd="0" destOrd="0" presId="urn:microsoft.com/office/officeart/2005/8/layout/list1"/>
    <dgm:cxn modelId="{55E7CEEB-39C1-4D55-AAC1-24EE7ED7A9D4}" srcId="{190E8114-7BD6-4786-B684-1E8167DA914D}" destId="{4FFA331F-92F9-4CCE-989B-2E3C2D907559}" srcOrd="0" destOrd="0" parTransId="{0ED8F570-30B6-4A06-BF37-35A27299F670}" sibTransId="{C84CA900-7558-4542-BF93-1143D798043A}"/>
    <dgm:cxn modelId="{B1FD61F3-286D-4397-A017-8EFF11657743}" type="presOf" srcId="{4FFA331F-92F9-4CCE-989B-2E3C2D907559}" destId="{E77BBF26-930A-4567-9207-BED94A0DD8A6}" srcOrd="0" destOrd="0" presId="urn:microsoft.com/office/officeart/2005/8/layout/list1"/>
    <dgm:cxn modelId="{EA98EE57-A512-41E1-AC71-7390E2DCA75C}" type="presParOf" srcId="{C3230C91-1001-4700-8717-5C11A323E9CE}" destId="{221F15E9-C88D-49FC-BACD-FE1FC889DA78}" srcOrd="0" destOrd="0" presId="urn:microsoft.com/office/officeart/2005/8/layout/list1"/>
    <dgm:cxn modelId="{9FC15B11-CBC7-42C2-87C3-FC37DBBD70D1}" type="presParOf" srcId="{221F15E9-C88D-49FC-BACD-FE1FC889DA78}" destId="{E77BBF26-930A-4567-9207-BED94A0DD8A6}" srcOrd="0" destOrd="0" presId="urn:microsoft.com/office/officeart/2005/8/layout/list1"/>
    <dgm:cxn modelId="{9D82B90E-A303-454E-B323-2008585CEB82}" type="presParOf" srcId="{221F15E9-C88D-49FC-BACD-FE1FC889DA78}" destId="{F390DC83-1684-4551-97DD-BC3E4716D723}" srcOrd="1" destOrd="0" presId="urn:microsoft.com/office/officeart/2005/8/layout/list1"/>
    <dgm:cxn modelId="{44E780CF-1FF6-413F-848A-2F2202335DD0}" type="presParOf" srcId="{C3230C91-1001-4700-8717-5C11A323E9CE}" destId="{853E74DF-FCD7-4B72-B382-57161BB0512D}" srcOrd="1" destOrd="0" presId="urn:microsoft.com/office/officeart/2005/8/layout/list1"/>
    <dgm:cxn modelId="{B053BDCF-4DF4-4E5A-A650-E15DB95B9BC2}" type="presParOf" srcId="{C3230C91-1001-4700-8717-5C11A323E9CE}" destId="{3AF6C9E6-2727-404E-A308-6E0C3FD17992}" srcOrd="2" destOrd="0" presId="urn:microsoft.com/office/officeart/2005/8/layout/list1"/>
    <dgm:cxn modelId="{5153A2F4-5EFC-439A-939C-A09064541B7C}" type="presParOf" srcId="{C3230C91-1001-4700-8717-5C11A323E9CE}" destId="{982F94BC-1A43-490C-9C99-8306C4659FE9}" srcOrd="3" destOrd="0" presId="urn:microsoft.com/office/officeart/2005/8/layout/list1"/>
    <dgm:cxn modelId="{9ECABB87-3CEC-4700-9069-B627AB7D67DB}" type="presParOf" srcId="{C3230C91-1001-4700-8717-5C11A323E9CE}" destId="{99CD1EDE-AFFD-4FE6-8D05-8467C8CC5CC6}" srcOrd="4" destOrd="0" presId="urn:microsoft.com/office/officeart/2005/8/layout/list1"/>
    <dgm:cxn modelId="{6F29B4F7-A5E9-4516-BA36-AAAFB8E42D37}" type="presParOf" srcId="{99CD1EDE-AFFD-4FE6-8D05-8467C8CC5CC6}" destId="{CB382B7B-ED3A-4A83-A5E3-217ACC3217CD}" srcOrd="0" destOrd="0" presId="urn:microsoft.com/office/officeart/2005/8/layout/list1"/>
    <dgm:cxn modelId="{FC3D004A-8E56-4688-A05E-D47000E38F83}" type="presParOf" srcId="{99CD1EDE-AFFD-4FE6-8D05-8467C8CC5CC6}" destId="{33C388C4-DCF8-41D7-80C6-F4370641D09A}" srcOrd="1" destOrd="0" presId="urn:microsoft.com/office/officeart/2005/8/layout/list1"/>
    <dgm:cxn modelId="{6D3D8E69-99D0-4678-80CD-6B1BDAD07EAC}" type="presParOf" srcId="{C3230C91-1001-4700-8717-5C11A323E9CE}" destId="{F5DF6901-686F-456F-9526-A2D6811A64DB}" srcOrd="5" destOrd="0" presId="urn:microsoft.com/office/officeart/2005/8/layout/list1"/>
    <dgm:cxn modelId="{A233EB27-2616-4DBA-8DB9-331A8BCCCD71}" type="presParOf" srcId="{C3230C91-1001-4700-8717-5C11A323E9CE}" destId="{C34D66CF-E015-47F8-B0FA-88FA00974A1D}" srcOrd="6" destOrd="0" presId="urn:microsoft.com/office/officeart/2005/8/layout/list1"/>
    <dgm:cxn modelId="{F834B52B-0943-4D5D-933D-DC0BAF046E79}" type="presParOf" srcId="{C3230C91-1001-4700-8717-5C11A323E9CE}" destId="{518012F2-A83B-471D-A37C-4F9E0FC8F957}" srcOrd="7" destOrd="0" presId="urn:microsoft.com/office/officeart/2005/8/layout/list1"/>
    <dgm:cxn modelId="{1BADBDD0-1418-4FEC-8C08-DE33E2A2EDF2}" type="presParOf" srcId="{C3230C91-1001-4700-8717-5C11A323E9CE}" destId="{59365F6B-31FE-41DB-B58C-6D462F210584}" srcOrd="8" destOrd="0" presId="urn:microsoft.com/office/officeart/2005/8/layout/list1"/>
    <dgm:cxn modelId="{8D23DEAE-B81A-4D99-A1F0-A2464690A2C0}" type="presParOf" srcId="{59365F6B-31FE-41DB-B58C-6D462F210584}" destId="{B1C8143C-2A73-4039-A72B-9B833BD91BEF}" srcOrd="0" destOrd="0" presId="urn:microsoft.com/office/officeart/2005/8/layout/list1"/>
    <dgm:cxn modelId="{3DF620A0-ACFF-4487-A63A-BABAB0C11A6A}" type="presParOf" srcId="{59365F6B-31FE-41DB-B58C-6D462F210584}" destId="{83BF074E-8331-40BE-9459-6D41C80B9189}" srcOrd="1" destOrd="0" presId="urn:microsoft.com/office/officeart/2005/8/layout/list1"/>
    <dgm:cxn modelId="{B63E2E28-1F9F-4AA2-AFFA-B2C8B2EE0167}" type="presParOf" srcId="{C3230C91-1001-4700-8717-5C11A323E9CE}" destId="{C8A09C00-FBA9-46D8-8AA2-C3BC64571259}" srcOrd="9" destOrd="0" presId="urn:microsoft.com/office/officeart/2005/8/layout/list1"/>
    <dgm:cxn modelId="{BC7C85EA-5900-419A-BE6B-A203F1369682}" type="presParOf" srcId="{C3230C91-1001-4700-8717-5C11A323E9CE}" destId="{B89A4AB9-2F47-47BE-81C7-B64B34450C3E}" srcOrd="10" destOrd="0" presId="urn:microsoft.com/office/officeart/2005/8/layout/list1"/>
    <dgm:cxn modelId="{6648BCA0-FFED-4CCB-9EFC-BC9568EB3155}" type="presParOf" srcId="{C3230C91-1001-4700-8717-5C11A323E9CE}" destId="{61499AB4-32D5-4931-9DD9-3FBFA730FE2A}" srcOrd="11" destOrd="0" presId="urn:microsoft.com/office/officeart/2005/8/layout/list1"/>
    <dgm:cxn modelId="{13550B14-CFC1-424E-BCDD-643A2A88AE4A}" type="presParOf" srcId="{C3230C91-1001-4700-8717-5C11A323E9CE}" destId="{94257F0F-AFA6-4FED-AD26-9186F1D15307}" srcOrd="12" destOrd="0" presId="urn:microsoft.com/office/officeart/2005/8/layout/list1"/>
    <dgm:cxn modelId="{055F5A27-C169-4998-BBE3-BA74C30F737A}" type="presParOf" srcId="{94257F0F-AFA6-4FED-AD26-9186F1D15307}" destId="{510B7DA2-BCF3-4A37-A9C7-6C9F9BB936CD}" srcOrd="0" destOrd="0" presId="urn:microsoft.com/office/officeart/2005/8/layout/list1"/>
    <dgm:cxn modelId="{721408AF-1CFC-48BB-AA5A-FFB5506D5DF7}" type="presParOf" srcId="{94257F0F-AFA6-4FED-AD26-9186F1D15307}" destId="{CBC397A7-E7E7-458A-BB64-277A6A4394DA}" srcOrd="1" destOrd="0" presId="urn:microsoft.com/office/officeart/2005/8/layout/list1"/>
    <dgm:cxn modelId="{E86F62AF-B802-4C2B-A971-98E4F8B31A05}" type="presParOf" srcId="{C3230C91-1001-4700-8717-5C11A323E9CE}" destId="{5F723E24-68DE-42A4-A3F7-862531C511A7}" srcOrd="13" destOrd="0" presId="urn:microsoft.com/office/officeart/2005/8/layout/list1"/>
    <dgm:cxn modelId="{AFDFCC8C-8BB7-4479-902E-6EF158F240F5}" type="presParOf" srcId="{C3230C91-1001-4700-8717-5C11A323E9CE}" destId="{0A73B28E-119C-4E56-BF9D-367A1409646C}" srcOrd="14" destOrd="0" presId="urn:microsoft.com/office/officeart/2005/8/layout/list1"/>
    <dgm:cxn modelId="{4C150A59-4BF3-4CDD-9004-5D2E78BBE354}" type="presParOf" srcId="{C3230C91-1001-4700-8717-5C11A323E9CE}" destId="{A8B09297-CAB0-46B9-937D-6A2CD8F736CF}" srcOrd="15" destOrd="0" presId="urn:microsoft.com/office/officeart/2005/8/layout/list1"/>
    <dgm:cxn modelId="{0AD0F942-7FB5-44F8-831E-D14F4475BB39}" type="presParOf" srcId="{C3230C91-1001-4700-8717-5C11A323E9CE}" destId="{213A2B47-468D-498B-8C3B-C5DB84326034}" srcOrd="16" destOrd="0" presId="urn:microsoft.com/office/officeart/2005/8/layout/list1"/>
    <dgm:cxn modelId="{6409D46E-E476-4DA0-95E7-913FEFA9BE90}" type="presParOf" srcId="{213A2B47-468D-498B-8C3B-C5DB84326034}" destId="{4D3DCD76-5C04-46E4-8573-151D1FF33273}" srcOrd="0" destOrd="0" presId="urn:microsoft.com/office/officeart/2005/8/layout/list1"/>
    <dgm:cxn modelId="{15A718B1-6E83-44F1-8DD7-6816540C914D}" type="presParOf" srcId="{213A2B47-468D-498B-8C3B-C5DB84326034}" destId="{B4601C21-80CA-41EB-A418-94A334BE47CE}" srcOrd="1" destOrd="0" presId="urn:microsoft.com/office/officeart/2005/8/layout/list1"/>
    <dgm:cxn modelId="{11CA1282-2753-47EA-9B85-89E747EAD22A}" type="presParOf" srcId="{C3230C91-1001-4700-8717-5C11A323E9CE}" destId="{E05083B7-270C-4085-94C6-C0A1A95B5C3C}" srcOrd="17" destOrd="0" presId="urn:microsoft.com/office/officeart/2005/8/layout/list1"/>
    <dgm:cxn modelId="{7E902E52-451E-4C7A-9701-D18E39F03EA2}" type="presParOf" srcId="{C3230C91-1001-4700-8717-5C11A323E9CE}" destId="{D2EE749E-DEDD-45BD-9260-9211C43645F1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0B863A4-6E15-4B5A-8B73-A05B67B34345}" type="doc">
      <dgm:prSet loTypeId="urn:microsoft.com/office/officeart/2005/8/layout/hList3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fr-FR"/>
        </a:p>
      </dgm:t>
    </dgm:pt>
    <dgm:pt modelId="{222BC894-EAF2-4B42-B312-A9DD86B042B9}">
      <dgm:prSet phldrT="[Texte]" phldr="0"/>
      <dgm:spPr/>
      <dgm:t>
        <a:bodyPr/>
        <a:lstStyle/>
        <a:p>
          <a:r>
            <a:rPr lang="fr-FR" dirty="0"/>
            <a:t>LPRS</a:t>
          </a:r>
        </a:p>
      </dgm:t>
    </dgm:pt>
    <dgm:pt modelId="{50C73163-0E07-4697-AFEE-839F9D1D40B6}" type="parTrans" cxnId="{44354D8B-40E7-48B0-BBEF-4C3B3400138F}">
      <dgm:prSet/>
      <dgm:spPr/>
      <dgm:t>
        <a:bodyPr/>
        <a:lstStyle/>
        <a:p>
          <a:endParaRPr lang="fr-FR"/>
        </a:p>
      </dgm:t>
    </dgm:pt>
    <dgm:pt modelId="{D54F6A5E-9FEA-41D2-834B-879F63047F2E}" type="sibTrans" cxnId="{44354D8B-40E7-48B0-BBEF-4C3B3400138F}">
      <dgm:prSet/>
      <dgm:spPr/>
      <dgm:t>
        <a:bodyPr/>
        <a:lstStyle/>
        <a:p>
          <a:endParaRPr lang="fr-FR"/>
        </a:p>
      </dgm:t>
    </dgm:pt>
    <dgm:pt modelId="{D9F61A24-828B-49E4-9F41-8DEA03A11E07}">
      <dgm:prSet phldrT="[Texte]" phldr="0"/>
      <dgm:spPr/>
      <dgm:t>
        <a:bodyPr/>
        <a:lstStyle/>
        <a:p>
          <a:r>
            <a:rPr lang="fr-FR" dirty="0"/>
            <a:t>PHP</a:t>
          </a:r>
        </a:p>
      </dgm:t>
    </dgm:pt>
    <dgm:pt modelId="{D271D665-FF67-4545-A400-81BCBBB14263}" type="parTrans" cxnId="{05771147-E6E8-415B-8B53-4A2FA6D00D93}">
      <dgm:prSet/>
      <dgm:spPr/>
      <dgm:t>
        <a:bodyPr/>
        <a:lstStyle/>
        <a:p>
          <a:endParaRPr lang="fr-FR"/>
        </a:p>
      </dgm:t>
    </dgm:pt>
    <dgm:pt modelId="{0A6D7997-247B-4AC8-AB7E-F5A626795282}" type="sibTrans" cxnId="{05771147-E6E8-415B-8B53-4A2FA6D00D93}">
      <dgm:prSet/>
      <dgm:spPr/>
      <dgm:t>
        <a:bodyPr/>
        <a:lstStyle/>
        <a:p>
          <a:endParaRPr lang="fr-FR"/>
        </a:p>
      </dgm:t>
    </dgm:pt>
    <dgm:pt modelId="{79299F3C-8EEE-4085-B7A8-58D3E7E1FDEB}">
      <dgm:prSet phldrT="[Texte]" phldr="0"/>
      <dgm:spPr/>
      <dgm:t>
        <a:bodyPr/>
        <a:lstStyle/>
        <a:p>
          <a:r>
            <a:rPr lang="fr-FR" dirty="0"/>
            <a:t>JAVA</a:t>
          </a:r>
        </a:p>
      </dgm:t>
    </dgm:pt>
    <dgm:pt modelId="{D61F01D6-ECE5-40BB-8C4F-607997E4A29C}" type="parTrans" cxnId="{EF0D5B37-8C66-4050-91EA-D213BD529E79}">
      <dgm:prSet/>
      <dgm:spPr/>
      <dgm:t>
        <a:bodyPr/>
        <a:lstStyle/>
        <a:p>
          <a:endParaRPr lang="fr-FR"/>
        </a:p>
      </dgm:t>
    </dgm:pt>
    <dgm:pt modelId="{B25FCEDC-4795-4B32-9D4F-00422286370B}" type="sibTrans" cxnId="{EF0D5B37-8C66-4050-91EA-D213BD529E79}">
      <dgm:prSet/>
      <dgm:spPr/>
      <dgm:t>
        <a:bodyPr/>
        <a:lstStyle/>
        <a:p>
          <a:endParaRPr lang="fr-FR"/>
        </a:p>
      </dgm:t>
    </dgm:pt>
    <dgm:pt modelId="{F65E79C1-E333-46E3-ADAB-929A6C9C8BB4}">
      <dgm:prSet phldrT="[Texte]" phldr="1"/>
      <dgm:spPr/>
      <dgm:t>
        <a:bodyPr/>
        <a:lstStyle/>
        <a:p>
          <a:endParaRPr lang="fr-FR" dirty="0"/>
        </a:p>
      </dgm:t>
    </dgm:pt>
    <dgm:pt modelId="{C1A493C5-3683-4A62-81D4-F46CC8408DB8}" type="parTrans" cxnId="{DE779FB6-B15F-47C1-B4A7-387F1D8E6B46}">
      <dgm:prSet/>
      <dgm:spPr/>
      <dgm:t>
        <a:bodyPr/>
        <a:lstStyle/>
        <a:p>
          <a:endParaRPr lang="fr-FR"/>
        </a:p>
      </dgm:t>
    </dgm:pt>
    <dgm:pt modelId="{42610279-3130-4462-B37D-A4F6824F481E}" type="sibTrans" cxnId="{DE779FB6-B15F-47C1-B4A7-387F1D8E6B46}">
      <dgm:prSet/>
      <dgm:spPr/>
      <dgm:t>
        <a:bodyPr/>
        <a:lstStyle/>
        <a:p>
          <a:endParaRPr lang="fr-FR"/>
        </a:p>
      </dgm:t>
    </dgm:pt>
    <dgm:pt modelId="{0267B4DF-F4B9-4C84-904A-D004198B3DF8}">
      <dgm:prSet phldrT="[Texte]" phldr="0"/>
      <dgm:spPr/>
      <dgm:t>
        <a:bodyPr/>
        <a:lstStyle/>
        <a:p>
          <a:endParaRPr lang="fr-FR" dirty="0"/>
        </a:p>
      </dgm:t>
    </dgm:pt>
    <dgm:pt modelId="{39B913D9-AF8C-4458-993C-8A36826E1E2B}" type="parTrans" cxnId="{0B1E2521-529D-4C0B-AF9A-5C782656BC83}">
      <dgm:prSet/>
      <dgm:spPr/>
      <dgm:t>
        <a:bodyPr/>
        <a:lstStyle/>
        <a:p>
          <a:endParaRPr lang="fr-FR"/>
        </a:p>
      </dgm:t>
    </dgm:pt>
    <dgm:pt modelId="{FC60578D-4195-4C6B-9B1A-FD3DF2120C6B}" type="sibTrans" cxnId="{0B1E2521-529D-4C0B-AF9A-5C782656BC83}">
      <dgm:prSet/>
      <dgm:spPr/>
      <dgm:t>
        <a:bodyPr/>
        <a:lstStyle/>
        <a:p>
          <a:endParaRPr lang="fr-FR"/>
        </a:p>
      </dgm:t>
    </dgm:pt>
    <dgm:pt modelId="{9CFF7C1B-A36F-4184-A42D-F7495AACFDDC}" type="pres">
      <dgm:prSet presAssocID="{D0B863A4-6E15-4B5A-8B73-A05B67B34345}" presName="composite" presStyleCnt="0">
        <dgm:presLayoutVars>
          <dgm:chMax val="1"/>
          <dgm:dir/>
          <dgm:resizeHandles val="exact"/>
        </dgm:presLayoutVars>
      </dgm:prSet>
      <dgm:spPr/>
    </dgm:pt>
    <dgm:pt modelId="{72B5B6A1-A310-4437-BC52-2C4B070DA91F}" type="pres">
      <dgm:prSet presAssocID="{222BC894-EAF2-4B42-B312-A9DD86B042B9}" presName="roof" presStyleLbl="dkBgShp" presStyleIdx="0" presStyleCnt="2" custLinFactNeighborX="-7964" custLinFactNeighborY="2074"/>
      <dgm:spPr/>
    </dgm:pt>
    <dgm:pt modelId="{BB686EC6-FC9E-4F56-BB73-DF57D35A30BC}" type="pres">
      <dgm:prSet presAssocID="{222BC894-EAF2-4B42-B312-A9DD86B042B9}" presName="pillars" presStyleCnt="0"/>
      <dgm:spPr/>
    </dgm:pt>
    <dgm:pt modelId="{A1A9D869-B4B0-499E-97AD-6A2823F88077}" type="pres">
      <dgm:prSet presAssocID="{222BC894-EAF2-4B42-B312-A9DD86B042B9}" presName="pillar1" presStyleLbl="node1" presStyleIdx="0" presStyleCnt="2">
        <dgm:presLayoutVars>
          <dgm:bulletEnabled val="1"/>
        </dgm:presLayoutVars>
      </dgm:prSet>
      <dgm:spPr/>
    </dgm:pt>
    <dgm:pt modelId="{A6EBF1A8-CCA1-4B8D-85FC-1280D4294245}" type="pres">
      <dgm:prSet presAssocID="{79299F3C-8EEE-4085-B7A8-58D3E7E1FDEB}" presName="pillarX" presStyleLbl="node1" presStyleIdx="1" presStyleCnt="2">
        <dgm:presLayoutVars>
          <dgm:bulletEnabled val="1"/>
        </dgm:presLayoutVars>
      </dgm:prSet>
      <dgm:spPr/>
    </dgm:pt>
    <dgm:pt modelId="{8DA0AB40-0277-4F42-B3EA-1104ED150A75}" type="pres">
      <dgm:prSet presAssocID="{222BC894-EAF2-4B42-B312-A9DD86B042B9}" presName="base" presStyleLbl="dkBgShp" presStyleIdx="1" presStyleCnt="2"/>
      <dgm:spPr/>
    </dgm:pt>
  </dgm:ptLst>
  <dgm:cxnLst>
    <dgm:cxn modelId="{4B8C4504-0279-401B-9BD1-8E4BBA837EDC}" type="presOf" srcId="{D9F61A24-828B-49E4-9F41-8DEA03A11E07}" destId="{A1A9D869-B4B0-499E-97AD-6A2823F88077}" srcOrd="0" destOrd="0" presId="urn:microsoft.com/office/officeart/2005/8/layout/hList3"/>
    <dgm:cxn modelId="{0B1E2521-529D-4C0B-AF9A-5C782656BC83}" srcId="{D0B863A4-6E15-4B5A-8B73-A05B67B34345}" destId="{0267B4DF-F4B9-4C84-904A-D004198B3DF8}" srcOrd="1" destOrd="0" parTransId="{39B913D9-AF8C-4458-993C-8A36826E1E2B}" sibTransId="{FC60578D-4195-4C6B-9B1A-FD3DF2120C6B}"/>
    <dgm:cxn modelId="{2FCF1F31-7C1B-4DDF-B2E7-D447EECF3FA1}" type="presOf" srcId="{D0B863A4-6E15-4B5A-8B73-A05B67B34345}" destId="{9CFF7C1B-A36F-4184-A42D-F7495AACFDDC}" srcOrd="0" destOrd="0" presId="urn:microsoft.com/office/officeart/2005/8/layout/hList3"/>
    <dgm:cxn modelId="{EF0D5B37-8C66-4050-91EA-D213BD529E79}" srcId="{222BC894-EAF2-4B42-B312-A9DD86B042B9}" destId="{79299F3C-8EEE-4085-B7A8-58D3E7E1FDEB}" srcOrd="1" destOrd="0" parTransId="{D61F01D6-ECE5-40BB-8C4F-607997E4A29C}" sibTransId="{B25FCEDC-4795-4B32-9D4F-00422286370B}"/>
    <dgm:cxn modelId="{05771147-E6E8-415B-8B53-4A2FA6D00D93}" srcId="{222BC894-EAF2-4B42-B312-A9DD86B042B9}" destId="{D9F61A24-828B-49E4-9F41-8DEA03A11E07}" srcOrd="0" destOrd="0" parTransId="{D271D665-FF67-4545-A400-81BCBBB14263}" sibTransId="{0A6D7997-247B-4AC8-AB7E-F5A626795282}"/>
    <dgm:cxn modelId="{44354D8B-40E7-48B0-BBEF-4C3B3400138F}" srcId="{D0B863A4-6E15-4B5A-8B73-A05B67B34345}" destId="{222BC894-EAF2-4B42-B312-A9DD86B042B9}" srcOrd="0" destOrd="0" parTransId="{50C73163-0E07-4697-AFEE-839F9D1D40B6}" sibTransId="{D54F6A5E-9FEA-41D2-834B-879F63047F2E}"/>
    <dgm:cxn modelId="{47CCC89D-14A9-482F-B864-D4869E000E54}" type="presOf" srcId="{79299F3C-8EEE-4085-B7A8-58D3E7E1FDEB}" destId="{A6EBF1A8-CCA1-4B8D-85FC-1280D4294245}" srcOrd="0" destOrd="0" presId="urn:microsoft.com/office/officeart/2005/8/layout/hList3"/>
    <dgm:cxn modelId="{863A14AD-3055-4FE6-94B1-ACB4C2DCF098}" type="presOf" srcId="{222BC894-EAF2-4B42-B312-A9DD86B042B9}" destId="{72B5B6A1-A310-4437-BC52-2C4B070DA91F}" srcOrd="0" destOrd="0" presId="urn:microsoft.com/office/officeart/2005/8/layout/hList3"/>
    <dgm:cxn modelId="{DE779FB6-B15F-47C1-B4A7-387F1D8E6B46}" srcId="{D0B863A4-6E15-4B5A-8B73-A05B67B34345}" destId="{F65E79C1-E333-46E3-ADAB-929A6C9C8BB4}" srcOrd="2" destOrd="0" parTransId="{C1A493C5-3683-4A62-81D4-F46CC8408DB8}" sibTransId="{42610279-3130-4462-B37D-A4F6824F481E}"/>
    <dgm:cxn modelId="{8286E5FA-BA18-415A-A297-CD60589601BF}" type="presParOf" srcId="{9CFF7C1B-A36F-4184-A42D-F7495AACFDDC}" destId="{72B5B6A1-A310-4437-BC52-2C4B070DA91F}" srcOrd="0" destOrd="0" presId="urn:microsoft.com/office/officeart/2005/8/layout/hList3"/>
    <dgm:cxn modelId="{6509C275-9E7C-41AB-B5A0-E10BFF0DBCF1}" type="presParOf" srcId="{9CFF7C1B-A36F-4184-A42D-F7495AACFDDC}" destId="{BB686EC6-FC9E-4F56-BB73-DF57D35A30BC}" srcOrd="1" destOrd="0" presId="urn:microsoft.com/office/officeart/2005/8/layout/hList3"/>
    <dgm:cxn modelId="{C487BF89-CBAA-433A-B57E-8CB5099828D8}" type="presParOf" srcId="{BB686EC6-FC9E-4F56-BB73-DF57D35A30BC}" destId="{A1A9D869-B4B0-499E-97AD-6A2823F88077}" srcOrd="0" destOrd="0" presId="urn:microsoft.com/office/officeart/2005/8/layout/hList3"/>
    <dgm:cxn modelId="{B5F91BD5-8E0F-48F3-9A78-B24D2D6C2AB0}" type="presParOf" srcId="{BB686EC6-FC9E-4F56-BB73-DF57D35A30BC}" destId="{A6EBF1A8-CCA1-4B8D-85FC-1280D4294245}" srcOrd="1" destOrd="0" presId="urn:microsoft.com/office/officeart/2005/8/layout/hList3"/>
    <dgm:cxn modelId="{80034F40-87EF-4426-AA34-87458698B7A2}" type="presParOf" srcId="{9CFF7C1B-A36F-4184-A42D-F7495AACFDDC}" destId="{8DA0AB40-0277-4F42-B3EA-1104ED150A75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6375B3B-F08D-40F8-AC31-A9182ACC90F7}" type="doc">
      <dgm:prSet loTypeId="urn:microsoft.com/office/officeart/2005/8/layout/process1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fr-FR"/>
        </a:p>
      </dgm:t>
    </dgm:pt>
    <dgm:pt modelId="{E4D2D77F-B0C6-4E87-AD97-2DA6C81EE02A}">
      <dgm:prSet phldrT="[Texte]" phldr="0"/>
      <dgm:spPr/>
      <dgm:t>
        <a:bodyPr/>
        <a:lstStyle/>
        <a:p>
          <a:r>
            <a:rPr lang="fr-FR" dirty="0"/>
            <a:t>BTS</a:t>
          </a:r>
        </a:p>
      </dgm:t>
    </dgm:pt>
    <dgm:pt modelId="{C5FBB2AF-F2F3-4FE9-821B-EA5EAA486238}" type="parTrans" cxnId="{F4A91750-2352-45F6-BCFD-83D7FE084700}">
      <dgm:prSet/>
      <dgm:spPr/>
      <dgm:t>
        <a:bodyPr/>
        <a:lstStyle/>
        <a:p>
          <a:endParaRPr lang="fr-FR"/>
        </a:p>
      </dgm:t>
    </dgm:pt>
    <dgm:pt modelId="{A6C93E95-79F3-417F-A7C1-5239BAAFFBCC}" type="sibTrans" cxnId="{F4A91750-2352-45F6-BCFD-83D7FE084700}">
      <dgm:prSet/>
      <dgm:spPr/>
      <dgm:t>
        <a:bodyPr/>
        <a:lstStyle/>
        <a:p>
          <a:endParaRPr lang="fr-FR"/>
        </a:p>
      </dgm:t>
    </dgm:pt>
    <dgm:pt modelId="{93E97F91-9749-48FD-99E1-428BDE4CDCE4}">
      <dgm:prSet phldrT="[Texte]" phldr="0"/>
      <dgm:spPr/>
      <dgm:t>
        <a:bodyPr/>
        <a:lstStyle/>
        <a:p>
          <a:r>
            <a:rPr lang="fr-FR" dirty="0" err="1"/>
            <a:t>LeRebours</a:t>
          </a:r>
          <a:endParaRPr lang="fr-FR" dirty="0"/>
        </a:p>
      </dgm:t>
    </dgm:pt>
    <dgm:pt modelId="{67BB39EE-F73A-49BB-BEBB-CF7965004B0F}" type="parTrans" cxnId="{7DA63FEC-7E3F-4BA1-8B61-1CDAC5821910}">
      <dgm:prSet/>
      <dgm:spPr/>
      <dgm:t>
        <a:bodyPr/>
        <a:lstStyle/>
        <a:p>
          <a:endParaRPr lang="fr-FR"/>
        </a:p>
      </dgm:t>
    </dgm:pt>
    <dgm:pt modelId="{05835D92-E1C3-4C93-8327-2386F13FBD3E}" type="sibTrans" cxnId="{7DA63FEC-7E3F-4BA1-8B61-1CDAC5821910}">
      <dgm:prSet/>
      <dgm:spPr/>
      <dgm:t>
        <a:bodyPr/>
        <a:lstStyle/>
        <a:p>
          <a:endParaRPr lang="fr-FR"/>
        </a:p>
      </dgm:t>
    </dgm:pt>
    <dgm:pt modelId="{F145E927-501B-479E-9D37-42435D075852}">
      <dgm:prSet phldrT="[Texte]" phldr="0"/>
      <dgm:spPr/>
      <dgm:t>
        <a:bodyPr/>
        <a:lstStyle/>
        <a:p>
          <a:r>
            <a:rPr lang="fr-FR" dirty="0"/>
            <a:t>ESIEE</a:t>
          </a:r>
        </a:p>
      </dgm:t>
    </dgm:pt>
    <dgm:pt modelId="{AF207163-C777-4B08-AE02-5D8B339EEFB6}" type="parTrans" cxnId="{05144354-23AF-4B31-B2B3-3BB34069CDF5}">
      <dgm:prSet/>
      <dgm:spPr/>
      <dgm:t>
        <a:bodyPr/>
        <a:lstStyle/>
        <a:p>
          <a:endParaRPr lang="fr-FR"/>
        </a:p>
      </dgm:t>
    </dgm:pt>
    <dgm:pt modelId="{1FDE7930-BFB3-4320-92BC-CC4090283FE3}" type="sibTrans" cxnId="{05144354-23AF-4B31-B2B3-3BB34069CDF5}">
      <dgm:prSet/>
      <dgm:spPr/>
      <dgm:t>
        <a:bodyPr/>
        <a:lstStyle/>
        <a:p>
          <a:endParaRPr lang="fr-FR"/>
        </a:p>
      </dgm:t>
    </dgm:pt>
    <dgm:pt modelId="{C07B35B4-8BE4-4708-9AAB-771D0F56AC7F}" type="pres">
      <dgm:prSet presAssocID="{56375B3B-F08D-40F8-AC31-A9182ACC90F7}" presName="Name0" presStyleCnt="0">
        <dgm:presLayoutVars>
          <dgm:dir/>
          <dgm:resizeHandles val="exact"/>
        </dgm:presLayoutVars>
      </dgm:prSet>
      <dgm:spPr/>
    </dgm:pt>
    <dgm:pt modelId="{3A851252-39CA-492F-8FE4-2F5E1A4793EB}" type="pres">
      <dgm:prSet presAssocID="{E4D2D77F-B0C6-4E87-AD97-2DA6C81EE02A}" presName="node" presStyleLbl="node1" presStyleIdx="0" presStyleCnt="3">
        <dgm:presLayoutVars>
          <dgm:bulletEnabled val="1"/>
        </dgm:presLayoutVars>
      </dgm:prSet>
      <dgm:spPr/>
    </dgm:pt>
    <dgm:pt modelId="{52657472-607F-4599-81D8-2473D36DBB3D}" type="pres">
      <dgm:prSet presAssocID="{A6C93E95-79F3-417F-A7C1-5239BAAFFBCC}" presName="sibTrans" presStyleLbl="sibTrans2D1" presStyleIdx="0" presStyleCnt="2"/>
      <dgm:spPr/>
    </dgm:pt>
    <dgm:pt modelId="{C4997623-439B-4987-931B-F2045BDA6BC8}" type="pres">
      <dgm:prSet presAssocID="{A6C93E95-79F3-417F-A7C1-5239BAAFFBCC}" presName="connectorText" presStyleLbl="sibTrans2D1" presStyleIdx="0" presStyleCnt="2"/>
      <dgm:spPr/>
    </dgm:pt>
    <dgm:pt modelId="{AF0ECE17-EDEF-420C-AC63-1EC90555AC52}" type="pres">
      <dgm:prSet presAssocID="{93E97F91-9749-48FD-99E1-428BDE4CDCE4}" presName="node" presStyleLbl="node1" presStyleIdx="1" presStyleCnt="3">
        <dgm:presLayoutVars>
          <dgm:bulletEnabled val="1"/>
        </dgm:presLayoutVars>
      </dgm:prSet>
      <dgm:spPr/>
    </dgm:pt>
    <dgm:pt modelId="{3870D306-7EF6-4830-B056-0E8356B8225E}" type="pres">
      <dgm:prSet presAssocID="{05835D92-E1C3-4C93-8327-2386F13FBD3E}" presName="sibTrans" presStyleLbl="sibTrans2D1" presStyleIdx="1" presStyleCnt="2"/>
      <dgm:spPr/>
    </dgm:pt>
    <dgm:pt modelId="{63DDB6A8-0C95-4E31-8FB6-EDA2F621B8EC}" type="pres">
      <dgm:prSet presAssocID="{05835D92-E1C3-4C93-8327-2386F13FBD3E}" presName="connectorText" presStyleLbl="sibTrans2D1" presStyleIdx="1" presStyleCnt="2"/>
      <dgm:spPr/>
    </dgm:pt>
    <dgm:pt modelId="{E0F36E32-2AAC-4027-90AA-DF1BB008932D}" type="pres">
      <dgm:prSet presAssocID="{F145E927-501B-479E-9D37-42435D075852}" presName="node" presStyleLbl="node1" presStyleIdx="2" presStyleCnt="3">
        <dgm:presLayoutVars>
          <dgm:bulletEnabled val="1"/>
        </dgm:presLayoutVars>
      </dgm:prSet>
      <dgm:spPr/>
    </dgm:pt>
  </dgm:ptLst>
  <dgm:cxnLst>
    <dgm:cxn modelId="{33914001-C23A-4B2D-B78B-8F32F0870E46}" type="presOf" srcId="{E4D2D77F-B0C6-4E87-AD97-2DA6C81EE02A}" destId="{3A851252-39CA-492F-8FE4-2F5E1A4793EB}" srcOrd="0" destOrd="0" presId="urn:microsoft.com/office/officeart/2005/8/layout/process1"/>
    <dgm:cxn modelId="{EA6F0125-6F96-4FFB-8968-5785ED912E8F}" type="presOf" srcId="{05835D92-E1C3-4C93-8327-2386F13FBD3E}" destId="{3870D306-7EF6-4830-B056-0E8356B8225E}" srcOrd="0" destOrd="0" presId="urn:microsoft.com/office/officeart/2005/8/layout/process1"/>
    <dgm:cxn modelId="{70BFFB26-4F5C-4C1A-998E-F21DD199CD0D}" type="presOf" srcId="{A6C93E95-79F3-417F-A7C1-5239BAAFFBCC}" destId="{C4997623-439B-4987-931B-F2045BDA6BC8}" srcOrd="1" destOrd="0" presId="urn:microsoft.com/office/officeart/2005/8/layout/process1"/>
    <dgm:cxn modelId="{3B07F927-A851-4FB3-9DCB-BFB63461B452}" type="presOf" srcId="{93E97F91-9749-48FD-99E1-428BDE4CDCE4}" destId="{AF0ECE17-EDEF-420C-AC63-1EC90555AC52}" srcOrd="0" destOrd="0" presId="urn:microsoft.com/office/officeart/2005/8/layout/process1"/>
    <dgm:cxn modelId="{F4A91750-2352-45F6-BCFD-83D7FE084700}" srcId="{56375B3B-F08D-40F8-AC31-A9182ACC90F7}" destId="{E4D2D77F-B0C6-4E87-AD97-2DA6C81EE02A}" srcOrd="0" destOrd="0" parTransId="{C5FBB2AF-F2F3-4FE9-821B-EA5EAA486238}" sibTransId="{A6C93E95-79F3-417F-A7C1-5239BAAFFBCC}"/>
    <dgm:cxn modelId="{05144354-23AF-4B31-B2B3-3BB34069CDF5}" srcId="{56375B3B-F08D-40F8-AC31-A9182ACC90F7}" destId="{F145E927-501B-479E-9D37-42435D075852}" srcOrd="2" destOrd="0" parTransId="{AF207163-C777-4B08-AE02-5D8B339EEFB6}" sibTransId="{1FDE7930-BFB3-4320-92BC-CC4090283FE3}"/>
    <dgm:cxn modelId="{B330D882-5F0E-4241-9636-795AAF235B5E}" type="presOf" srcId="{A6C93E95-79F3-417F-A7C1-5239BAAFFBCC}" destId="{52657472-607F-4599-81D8-2473D36DBB3D}" srcOrd="0" destOrd="0" presId="urn:microsoft.com/office/officeart/2005/8/layout/process1"/>
    <dgm:cxn modelId="{498F8287-E136-47EF-B8C8-174F0EAA9B64}" type="presOf" srcId="{56375B3B-F08D-40F8-AC31-A9182ACC90F7}" destId="{C07B35B4-8BE4-4708-9AAB-771D0F56AC7F}" srcOrd="0" destOrd="0" presId="urn:microsoft.com/office/officeart/2005/8/layout/process1"/>
    <dgm:cxn modelId="{10140289-6F83-4F5F-ADD2-A0DB525B567A}" type="presOf" srcId="{05835D92-E1C3-4C93-8327-2386F13FBD3E}" destId="{63DDB6A8-0C95-4E31-8FB6-EDA2F621B8EC}" srcOrd="1" destOrd="0" presId="urn:microsoft.com/office/officeart/2005/8/layout/process1"/>
    <dgm:cxn modelId="{4456D7A3-F1A3-4B0A-AA71-D8066585859B}" type="presOf" srcId="{F145E927-501B-479E-9D37-42435D075852}" destId="{E0F36E32-2AAC-4027-90AA-DF1BB008932D}" srcOrd="0" destOrd="0" presId="urn:microsoft.com/office/officeart/2005/8/layout/process1"/>
    <dgm:cxn modelId="{7DA63FEC-7E3F-4BA1-8B61-1CDAC5821910}" srcId="{56375B3B-F08D-40F8-AC31-A9182ACC90F7}" destId="{93E97F91-9749-48FD-99E1-428BDE4CDCE4}" srcOrd="1" destOrd="0" parTransId="{67BB39EE-F73A-49BB-BEBB-CF7965004B0F}" sibTransId="{05835D92-E1C3-4C93-8327-2386F13FBD3E}"/>
    <dgm:cxn modelId="{20F35C35-A217-4676-8261-311594C07495}" type="presParOf" srcId="{C07B35B4-8BE4-4708-9AAB-771D0F56AC7F}" destId="{3A851252-39CA-492F-8FE4-2F5E1A4793EB}" srcOrd="0" destOrd="0" presId="urn:microsoft.com/office/officeart/2005/8/layout/process1"/>
    <dgm:cxn modelId="{7EAE68D8-ABA6-4B35-A2C5-5EB478E9B1AC}" type="presParOf" srcId="{C07B35B4-8BE4-4708-9AAB-771D0F56AC7F}" destId="{52657472-607F-4599-81D8-2473D36DBB3D}" srcOrd="1" destOrd="0" presId="urn:microsoft.com/office/officeart/2005/8/layout/process1"/>
    <dgm:cxn modelId="{692E91DD-C9E4-4754-9253-41B22D4AD71F}" type="presParOf" srcId="{52657472-607F-4599-81D8-2473D36DBB3D}" destId="{C4997623-439B-4987-931B-F2045BDA6BC8}" srcOrd="0" destOrd="0" presId="urn:microsoft.com/office/officeart/2005/8/layout/process1"/>
    <dgm:cxn modelId="{12998845-7948-4178-A52D-F25E922FDD5F}" type="presParOf" srcId="{C07B35B4-8BE4-4708-9AAB-771D0F56AC7F}" destId="{AF0ECE17-EDEF-420C-AC63-1EC90555AC52}" srcOrd="2" destOrd="0" presId="urn:microsoft.com/office/officeart/2005/8/layout/process1"/>
    <dgm:cxn modelId="{5F787B0A-F7DA-4B23-8B16-DB506AD9CBE3}" type="presParOf" srcId="{C07B35B4-8BE4-4708-9AAB-771D0F56AC7F}" destId="{3870D306-7EF6-4830-B056-0E8356B8225E}" srcOrd="3" destOrd="0" presId="urn:microsoft.com/office/officeart/2005/8/layout/process1"/>
    <dgm:cxn modelId="{A3971292-A573-4BB5-838E-18A9975302BC}" type="presParOf" srcId="{3870D306-7EF6-4830-B056-0E8356B8225E}" destId="{63DDB6A8-0C95-4E31-8FB6-EDA2F621B8EC}" srcOrd="0" destOrd="0" presId="urn:microsoft.com/office/officeart/2005/8/layout/process1"/>
    <dgm:cxn modelId="{9323EB21-22EA-4F05-94B4-57EB2F65B896}" type="presParOf" srcId="{C07B35B4-8BE4-4708-9AAB-771D0F56AC7F}" destId="{E0F36E32-2AAC-4027-90AA-DF1BB008932D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6375B3B-F08D-40F8-AC31-A9182ACC90F7}" type="doc">
      <dgm:prSet loTypeId="urn:microsoft.com/office/officeart/2005/8/layout/process1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fr-FR"/>
        </a:p>
      </dgm:t>
    </dgm:pt>
    <dgm:pt modelId="{E4D2D77F-B0C6-4E87-AD97-2DA6C81EE02A}">
      <dgm:prSet phldrT="[Texte]" phldr="0"/>
      <dgm:spPr/>
      <dgm:t>
        <a:bodyPr/>
        <a:lstStyle/>
        <a:p>
          <a:r>
            <a:rPr lang="fr-FR" dirty="0"/>
            <a:t>BTS</a:t>
          </a:r>
        </a:p>
      </dgm:t>
    </dgm:pt>
    <dgm:pt modelId="{C5FBB2AF-F2F3-4FE9-821B-EA5EAA486238}" type="parTrans" cxnId="{F4A91750-2352-45F6-BCFD-83D7FE084700}">
      <dgm:prSet/>
      <dgm:spPr/>
      <dgm:t>
        <a:bodyPr/>
        <a:lstStyle/>
        <a:p>
          <a:endParaRPr lang="fr-FR"/>
        </a:p>
      </dgm:t>
    </dgm:pt>
    <dgm:pt modelId="{A6C93E95-79F3-417F-A7C1-5239BAAFFBCC}" type="sibTrans" cxnId="{F4A91750-2352-45F6-BCFD-83D7FE084700}">
      <dgm:prSet/>
      <dgm:spPr/>
      <dgm:t>
        <a:bodyPr/>
        <a:lstStyle/>
        <a:p>
          <a:endParaRPr lang="fr-FR"/>
        </a:p>
      </dgm:t>
    </dgm:pt>
    <dgm:pt modelId="{F145E927-501B-479E-9D37-42435D075852}">
      <dgm:prSet phldrT="[Texte]" phldr="0"/>
      <dgm:spPr/>
      <dgm:t>
        <a:bodyPr/>
        <a:lstStyle/>
        <a:p>
          <a:r>
            <a:rPr lang="fr-FR" dirty="0"/>
            <a:t>ESIEE</a:t>
          </a:r>
        </a:p>
      </dgm:t>
    </dgm:pt>
    <dgm:pt modelId="{AF207163-C777-4B08-AE02-5D8B339EEFB6}" type="parTrans" cxnId="{05144354-23AF-4B31-B2B3-3BB34069CDF5}">
      <dgm:prSet/>
      <dgm:spPr/>
      <dgm:t>
        <a:bodyPr/>
        <a:lstStyle/>
        <a:p>
          <a:endParaRPr lang="fr-FR"/>
        </a:p>
      </dgm:t>
    </dgm:pt>
    <dgm:pt modelId="{1FDE7930-BFB3-4320-92BC-CC4090283FE3}" type="sibTrans" cxnId="{05144354-23AF-4B31-B2B3-3BB34069CDF5}">
      <dgm:prSet/>
      <dgm:spPr/>
      <dgm:t>
        <a:bodyPr/>
        <a:lstStyle/>
        <a:p>
          <a:endParaRPr lang="fr-FR"/>
        </a:p>
      </dgm:t>
    </dgm:pt>
    <dgm:pt modelId="{C07B35B4-8BE4-4708-9AAB-771D0F56AC7F}" type="pres">
      <dgm:prSet presAssocID="{56375B3B-F08D-40F8-AC31-A9182ACC90F7}" presName="Name0" presStyleCnt="0">
        <dgm:presLayoutVars>
          <dgm:dir/>
          <dgm:resizeHandles val="exact"/>
        </dgm:presLayoutVars>
      </dgm:prSet>
      <dgm:spPr/>
    </dgm:pt>
    <dgm:pt modelId="{3A851252-39CA-492F-8FE4-2F5E1A4793EB}" type="pres">
      <dgm:prSet presAssocID="{E4D2D77F-B0C6-4E87-AD97-2DA6C81EE02A}" presName="node" presStyleLbl="node1" presStyleIdx="0" presStyleCnt="2">
        <dgm:presLayoutVars>
          <dgm:bulletEnabled val="1"/>
        </dgm:presLayoutVars>
      </dgm:prSet>
      <dgm:spPr/>
    </dgm:pt>
    <dgm:pt modelId="{52657472-607F-4599-81D8-2473D36DBB3D}" type="pres">
      <dgm:prSet presAssocID="{A6C93E95-79F3-417F-A7C1-5239BAAFFBCC}" presName="sibTrans" presStyleLbl="sibTrans2D1" presStyleIdx="0" presStyleCnt="1"/>
      <dgm:spPr/>
    </dgm:pt>
    <dgm:pt modelId="{C4997623-439B-4987-931B-F2045BDA6BC8}" type="pres">
      <dgm:prSet presAssocID="{A6C93E95-79F3-417F-A7C1-5239BAAFFBCC}" presName="connectorText" presStyleLbl="sibTrans2D1" presStyleIdx="0" presStyleCnt="1"/>
      <dgm:spPr/>
    </dgm:pt>
    <dgm:pt modelId="{E0F36E32-2AAC-4027-90AA-DF1BB008932D}" type="pres">
      <dgm:prSet presAssocID="{F145E927-501B-479E-9D37-42435D075852}" presName="node" presStyleLbl="node1" presStyleIdx="1" presStyleCnt="2">
        <dgm:presLayoutVars>
          <dgm:bulletEnabled val="1"/>
        </dgm:presLayoutVars>
      </dgm:prSet>
      <dgm:spPr/>
    </dgm:pt>
  </dgm:ptLst>
  <dgm:cxnLst>
    <dgm:cxn modelId="{33914001-C23A-4B2D-B78B-8F32F0870E46}" type="presOf" srcId="{E4D2D77F-B0C6-4E87-AD97-2DA6C81EE02A}" destId="{3A851252-39CA-492F-8FE4-2F5E1A4793EB}" srcOrd="0" destOrd="0" presId="urn:microsoft.com/office/officeart/2005/8/layout/process1"/>
    <dgm:cxn modelId="{70BFFB26-4F5C-4C1A-998E-F21DD199CD0D}" type="presOf" srcId="{A6C93E95-79F3-417F-A7C1-5239BAAFFBCC}" destId="{C4997623-439B-4987-931B-F2045BDA6BC8}" srcOrd="1" destOrd="0" presId="urn:microsoft.com/office/officeart/2005/8/layout/process1"/>
    <dgm:cxn modelId="{F4A91750-2352-45F6-BCFD-83D7FE084700}" srcId="{56375B3B-F08D-40F8-AC31-A9182ACC90F7}" destId="{E4D2D77F-B0C6-4E87-AD97-2DA6C81EE02A}" srcOrd="0" destOrd="0" parTransId="{C5FBB2AF-F2F3-4FE9-821B-EA5EAA486238}" sibTransId="{A6C93E95-79F3-417F-A7C1-5239BAAFFBCC}"/>
    <dgm:cxn modelId="{05144354-23AF-4B31-B2B3-3BB34069CDF5}" srcId="{56375B3B-F08D-40F8-AC31-A9182ACC90F7}" destId="{F145E927-501B-479E-9D37-42435D075852}" srcOrd="1" destOrd="0" parTransId="{AF207163-C777-4B08-AE02-5D8B339EEFB6}" sibTransId="{1FDE7930-BFB3-4320-92BC-CC4090283FE3}"/>
    <dgm:cxn modelId="{B330D882-5F0E-4241-9636-795AAF235B5E}" type="presOf" srcId="{A6C93E95-79F3-417F-A7C1-5239BAAFFBCC}" destId="{52657472-607F-4599-81D8-2473D36DBB3D}" srcOrd="0" destOrd="0" presId="urn:microsoft.com/office/officeart/2005/8/layout/process1"/>
    <dgm:cxn modelId="{498F8287-E136-47EF-B8C8-174F0EAA9B64}" type="presOf" srcId="{56375B3B-F08D-40F8-AC31-A9182ACC90F7}" destId="{C07B35B4-8BE4-4708-9AAB-771D0F56AC7F}" srcOrd="0" destOrd="0" presId="urn:microsoft.com/office/officeart/2005/8/layout/process1"/>
    <dgm:cxn modelId="{4456D7A3-F1A3-4B0A-AA71-D8066585859B}" type="presOf" srcId="{F145E927-501B-479E-9D37-42435D075852}" destId="{E0F36E32-2AAC-4027-90AA-DF1BB008932D}" srcOrd="0" destOrd="0" presId="urn:microsoft.com/office/officeart/2005/8/layout/process1"/>
    <dgm:cxn modelId="{20F35C35-A217-4676-8261-311594C07495}" type="presParOf" srcId="{C07B35B4-8BE4-4708-9AAB-771D0F56AC7F}" destId="{3A851252-39CA-492F-8FE4-2F5E1A4793EB}" srcOrd="0" destOrd="0" presId="urn:microsoft.com/office/officeart/2005/8/layout/process1"/>
    <dgm:cxn modelId="{7EAE68D8-ABA6-4B35-A2C5-5EB478E9B1AC}" type="presParOf" srcId="{C07B35B4-8BE4-4708-9AAB-771D0F56AC7F}" destId="{52657472-607F-4599-81D8-2473D36DBB3D}" srcOrd="1" destOrd="0" presId="urn:microsoft.com/office/officeart/2005/8/layout/process1"/>
    <dgm:cxn modelId="{692E91DD-C9E4-4754-9253-41B22D4AD71F}" type="presParOf" srcId="{52657472-607F-4599-81D8-2473D36DBB3D}" destId="{C4997623-439B-4987-931B-F2045BDA6BC8}" srcOrd="0" destOrd="0" presId="urn:microsoft.com/office/officeart/2005/8/layout/process1"/>
    <dgm:cxn modelId="{9323EB21-22EA-4F05-94B4-57EB2F65B896}" type="presParOf" srcId="{C07B35B4-8BE4-4708-9AAB-771D0F56AC7F}" destId="{E0F36E32-2AAC-4027-90AA-DF1BB008932D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BD930A-9024-4FA0-9CC6-A78661627579}">
      <dsp:nvSpPr>
        <dsp:cNvPr id="0" name=""/>
        <dsp:cNvSpPr/>
      </dsp:nvSpPr>
      <dsp:spPr>
        <a:xfrm>
          <a:off x="0" y="1992996"/>
          <a:ext cx="6562552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433D88-B5A4-4048-A1CF-BC6357CBA870}">
      <dsp:nvSpPr>
        <dsp:cNvPr id="0" name=""/>
        <dsp:cNvSpPr/>
      </dsp:nvSpPr>
      <dsp:spPr>
        <a:xfrm>
          <a:off x="328127" y="1771596"/>
          <a:ext cx="4593787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634" tIns="0" rIns="173634" bIns="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 </a:t>
          </a:r>
          <a:r>
            <a:rPr lang="en-US" sz="1500" kern="1200" dirty="0" err="1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Etudiante</a:t>
          </a:r>
          <a:r>
            <a:rPr lang="en-US" sz="1500" kern="12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 </a:t>
          </a:r>
          <a:r>
            <a:rPr lang="en-US" sz="1500" kern="1200" dirty="0" err="1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en</a:t>
          </a:r>
          <a:r>
            <a:rPr lang="en-US" sz="1500" kern="12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 BTS SIO option SLAM</a:t>
          </a:r>
        </a:p>
      </dsp:txBody>
      <dsp:txXfrm>
        <a:off x="349743" y="1793212"/>
        <a:ext cx="4550555" cy="399568"/>
      </dsp:txXfrm>
    </dsp:sp>
    <dsp:sp modelId="{F626AD3B-D2EF-49E0-BA8F-DB2F7FC39A26}">
      <dsp:nvSpPr>
        <dsp:cNvPr id="0" name=""/>
        <dsp:cNvSpPr/>
      </dsp:nvSpPr>
      <dsp:spPr>
        <a:xfrm>
          <a:off x="0" y="2673396"/>
          <a:ext cx="6562552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3772CE-10C0-4A73-A1A6-2E7C3F803E28}">
      <dsp:nvSpPr>
        <dsp:cNvPr id="0" name=""/>
        <dsp:cNvSpPr/>
      </dsp:nvSpPr>
      <dsp:spPr>
        <a:xfrm>
          <a:off x="328127" y="2451996"/>
          <a:ext cx="4593787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634" tIns="0" rIns="173634" bIns="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 19 ANS</a:t>
          </a:r>
        </a:p>
      </dsp:txBody>
      <dsp:txXfrm>
        <a:off x="349743" y="2473612"/>
        <a:ext cx="4550555" cy="399568"/>
      </dsp:txXfrm>
    </dsp:sp>
    <dsp:sp modelId="{DDD0ABDD-22DD-41DA-88A9-990D0C5FEE49}">
      <dsp:nvSpPr>
        <dsp:cNvPr id="0" name=""/>
        <dsp:cNvSpPr/>
      </dsp:nvSpPr>
      <dsp:spPr>
        <a:xfrm>
          <a:off x="0" y="3353796"/>
          <a:ext cx="6562552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7449E7-476A-495C-8744-52D896C6D66E}">
      <dsp:nvSpPr>
        <dsp:cNvPr id="0" name=""/>
        <dsp:cNvSpPr/>
      </dsp:nvSpPr>
      <dsp:spPr>
        <a:xfrm>
          <a:off x="328127" y="3132396"/>
          <a:ext cx="4593787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634" tIns="0" rIns="173634" bIns="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rgbClr val="FFFFFF"/>
              </a:solidFill>
              <a:latin typeface="Aptos"/>
              <a:ea typeface="+mn-ea"/>
              <a:cs typeface="+mn-cs"/>
            </a:rPr>
            <a:t> En alternance a la prefecture de Seine-Saint-Denis</a:t>
          </a:r>
        </a:p>
      </dsp:txBody>
      <dsp:txXfrm>
        <a:off x="349743" y="3154012"/>
        <a:ext cx="4550555" cy="3995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91F5AF-A55E-450C-92B2-942B3886768A}">
      <dsp:nvSpPr>
        <dsp:cNvPr id="0" name=""/>
        <dsp:cNvSpPr/>
      </dsp:nvSpPr>
      <dsp:spPr>
        <a:xfrm>
          <a:off x="0" y="1494458"/>
          <a:ext cx="45720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EBA70E-30CB-49C0-BCF1-5CE63F7649BC}">
      <dsp:nvSpPr>
        <dsp:cNvPr id="0" name=""/>
        <dsp:cNvSpPr/>
      </dsp:nvSpPr>
      <dsp:spPr>
        <a:xfrm>
          <a:off x="228600" y="1258298"/>
          <a:ext cx="320040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68" tIns="0" rIns="120968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 panose="020F0302020204030204"/>
            </a:rPr>
            <a:t> Bac STMG option Gestion Finance</a:t>
          </a:r>
          <a:endParaRPr lang="en-US" sz="1600" kern="1200" dirty="0"/>
        </a:p>
      </dsp:txBody>
      <dsp:txXfrm>
        <a:off x="251657" y="1281355"/>
        <a:ext cx="3154286" cy="426206"/>
      </dsp:txXfrm>
    </dsp:sp>
    <dsp:sp modelId="{1FBBA48C-D521-45E3-8AEB-504DA8AC912C}">
      <dsp:nvSpPr>
        <dsp:cNvPr id="0" name=""/>
        <dsp:cNvSpPr/>
      </dsp:nvSpPr>
      <dsp:spPr>
        <a:xfrm>
          <a:off x="0" y="2220218"/>
          <a:ext cx="45720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D0F225-F98C-483C-9D80-46518DF49753}">
      <dsp:nvSpPr>
        <dsp:cNvPr id="0" name=""/>
        <dsp:cNvSpPr/>
      </dsp:nvSpPr>
      <dsp:spPr>
        <a:xfrm>
          <a:off x="228600" y="1984058"/>
          <a:ext cx="320040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68" tIns="0" rIns="120968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ptos Display" panose="020F0302020204030204"/>
            </a:rPr>
            <a:t> BTS SIO SLAM</a:t>
          </a:r>
          <a:endParaRPr lang="en-US" sz="1600" kern="1200" dirty="0"/>
        </a:p>
      </dsp:txBody>
      <dsp:txXfrm>
        <a:off x="251657" y="2007115"/>
        <a:ext cx="3154286" cy="4262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542474-CF12-42A8-B5CE-795FFD04A657}">
      <dsp:nvSpPr>
        <dsp:cNvPr id="0" name=""/>
        <dsp:cNvSpPr/>
      </dsp:nvSpPr>
      <dsp:spPr>
        <a:xfrm>
          <a:off x="0" y="736952"/>
          <a:ext cx="3507941" cy="196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255" tIns="541528" rIns="272255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DDPP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Le </a:t>
          </a:r>
          <a:r>
            <a:rPr lang="en-US" sz="2600" kern="1200" dirty="0" err="1"/>
            <a:t>Raincy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Saint-Denis</a:t>
          </a:r>
        </a:p>
      </dsp:txBody>
      <dsp:txXfrm>
        <a:off x="0" y="736952"/>
        <a:ext cx="3507941" cy="1965600"/>
      </dsp:txXfrm>
    </dsp:sp>
    <dsp:sp modelId="{C168EA38-95E6-4F12-9F83-95167CAFD565}">
      <dsp:nvSpPr>
        <dsp:cNvPr id="0" name=""/>
        <dsp:cNvSpPr/>
      </dsp:nvSpPr>
      <dsp:spPr>
        <a:xfrm>
          <a:off x="175397" y="353192"/>
          <a:ext cx="2455558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814" tIns="0" rIns="92814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3 sites distant : </a:t>
          </a:r>
        </a:p>
      </dsp:txBody>
      <dsp:txXfrm>
        <a:off x="212864" y="390659"/>
        <a:ext cx="2380624" cy="692586"/>
      </dsp:txXfrm>
    </dsp:sp>
    <dsp:sp modelId="{E9A3FB4D-075B-4E9D-9181-7EBAF7EDB75F}">
      <dsp:nvSpPr>
        <dsp:cNvPr id="0" name=""/>
        <dsp:cNvSpPr/>
      </dsp:nvSpPr>
      <dsp:spPr>
        <a:xfrm>
          <a:off x="0" y="3226712"/>
          <a:ext cx="3507941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CC2D4E-CACB-4A15-B153-4189096A56B4}">
      <dsp:nvSpPr>
        <dsp:cNvPr id="0" name=""/>
        <dsp:cNvSpPr/>
      </dsp:nvSpPr>
      <dsp:spPr>
        <a:xfrm>
          <a:off x="175397" y="2842952"/>
          <a:ext cx="2455558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814" tIns="0" rIns="92814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~1000 agents</a:t>
          </a:r>
          <a:endParaRPr lang="fr-FR" sz="2600" kern="1200" dirty="0"/>
        </a:p>
      </dsp:txBody>
      <dsp:txXfrm>
        <a:off x="212864" y="2880419"/>
        <a:ext cx="2380624" cy="6925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542474-CF12-42A8-B5CE-795FFD04A657}">
      <dsp:nvSpPr>
        <dsp:cNvPr id="0" name=""/>
        <dsp:cNvSpPr/>
      </dsp:nvSpPr>
      <dsp:spPr>
        <a:xfrm>
          <a:off x="0" y="1587452"/>
          <a:ext cx="3507941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68EA38-95E6-4F12-9F83-95167CAFD565}">
      <dsp:nvSpPr>
        <dsp:cNvPr id="0" name=""/>
        <dsp:cNvSpPr/>
      </dsp:nvSpPr>
      <dsp:spPr>
        <a:xfrm>
          <a:off x="175397" y="1307012"/>
          <a:ext cx="2455558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814" tIns="0" rIns="92814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Resolution </a:t>
          </a:r>
          <a:r>
            <a:rPr lang="en-US" sz="1900" kern="1200"/>
            <a:t>de tickets</a:t>
          </a:r>
          <a:endParaRPr lang="en-US" sz="1900" kern="1200" dirty="0"/>
        </a:p>
      </dsp:txBody>
      <dsp:txXfrm>
        <a:off x="202777" y="1334392"/>
        <a:ext cx="2400798" cy="506120"/>
      </dsp:txXfrm>
    </dsp:sp>
    <dsp:sp modelId="{E9A3FB4D-075B-4E9D-9181-7EBAF7EDB75F}">
      <dsp:nvSpPr>
        <dsp:cNvPr id="0" name=""/>
        <dsp:cNvSpPr/>
      </dsp:nvSpPr>
      <dsp:spPr>
        <a:xfrm>
          <a:off x="0" y="2449292"/>
          <a:ext cx="3507941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CC2D4E-CACB-4A15-B153-4189096A56B4}">
      <dsp:nvSpPr>
        <dsp:cNvPr id="0" name=""/>
        <dsp:cNvSpPr/>
      </dsp:nvSpPr>
      <dsp:spPr>
        <a:xfrm>
          <a:off x="175397" y="2168852"/>
          <a:ext cx="2455558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814" tIns="0" rIns="92814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Preparation de PC</a:t>
          </a:r>
          <a:endParaRPr lang="fr-FR" sz="1900" kern="1200" dirty="0"/>
        </a:p>
      </dsp:txBody>
      <dsp:txXfrm>
        <a:off x="202777" y="2196232"/>
        <a:ext cx="2400798" cy="5061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F6C9E6-2727-404E-A308-6E0C3FD17992}">
      <dsp:nvSpPr>
        <dsp:cNvPr id="0" name=""/>
        <dsp:cNvSpPr/>
      </dsp:nvSpPr>
      <dsp:spPr>
        <a:xfrm>
          <a:off x="0" y="340371"/>
          <a:ext cx="7261446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90DC83-1684-4551-97DD-BC3E4716D723}">
      <dsp:nvSpPr>
        <dsp:cNvPr id="0" name=""/>
        <dsp:cNvSpPr/>
      </dsp:nvSpPr>
      <dsp:spPr>
        <a:xfrm>
          <a:off x="363072" y="30411"/>
          <a:ext cx="5083012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126" tIns="0" rIns="19212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 err="1"/>
            <a:t>Hangman</a:t>
          </a:r>
          <a:endParaRPr lang="fr-FR" sz="2100" kern="1200" dirty="0"/>
        </a:p>
      </dsp:txBody>
      <dsp:txXfrm>
        <a:off x="393334" y="60673"/>
        <a:ext cx="5022488" cy="559396"/>
      </dsp:txXfrm>
    </dsp:sp>
    <dsp:sp modelId="{C34D66CF-E015-47F8-B0FA-88FA00974A1D}">
      <dsp:nvSpPr>
        <dsp:cNvPr id="0" name=""/>
        <dsp:cNvSpPr/>
      </dsp:nvSpPr>
      <dsp:spPr>
        <a:xfrm>
          <a:off x="0" y="1292931"/>
          <a:ext cx="7261446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C388C4-DCF8-41D7-80C6-F4370641D09A}">
      <dsp:nvSpPr>
        <dsp:cNvPr id="0" name=""/>
        <dsp:cNvSpPr/>
      </dsp:nvSpPr>
      <dsp:spPr>
        <a:xfrm>
          <a:off x="363072" y="982971"/>
          <a:ext cx="5083012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126" tIns="0" rIns="19212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Gestion Zoo</a:t>
          </a:r>
        </a:p>
      </dsp:txBody>
      <dsp:txXfrm>
        <a:off x="393334" y="1013233"/>
        <a:ext cx="5022488" cy="559396"/>
      </dsp:txXfrm>
    </dsp:sp>
    <dsp:sp modelId="{B89A4AB9-2F47-47BE-81C7-B64B34450C3E}">
      <dsp:nvSpPr>
        <dsp:cNvPr id="0" name=""/>
        <dsp:cNvSpPr/>
      </dsp:nvSpPr>
      <dsp:spPr>
        <a:xfrm>
          <a:off x="0" y="2245492"/>
          <a:ext cx="7261446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BF074E-8331-40BE-9459-6D41C80B9189}">
      <dsp:nvSpPr>
        <dsp:cNvPr id="0" name=""/>
        <dsp:cNvSpPr/>
      </dsp:nvSpPr>
      <dsp:spPr>
        <a:xfrm>
          <a:off x="363072" y="1935532"/>
          <a:ext cx="5083012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126" tIns="0" rIns="19212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Projet cinéma</a:t>
          </a:r>
        </a:p>
      </dsp:txBody>
      <dsp:txXfrm>
        <a:off x="393334" y="1965794"/>
        <a:ext cx="5022488" cy="559396"/>
      </dsp:txXfrm>
    </dsp:sp>
    <dsp:sp modelId="{0A73B28E-119C-4E56-BF9D-367A1409646C}">
      <dsp:nvSpPr>
        <dsp:cNvPr id="0" name=""/>
        <dsp:cNvSpPr/>
      </dsp:nvSpPr>
      <dsp:spPr>
        <a:xfrm>
          <a:off x="0" y="3198052"/>
          <a:ext cx="7261446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C397A7-E7E7-458A-BB64-277A6A4394DA}">
      <dsp:nvSpPr>
        <dsp:cNvPr id="0" name=""/>
        <dsp:cNvSpPr/>
      </dsp:nvSpPr>
      <dsp:spPr>
        <a:xfrm>
          <a:off x="363072" y="2888092"/>
          <a:ext cx="5083012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126" tIns="0" rIns="19212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 err="1"/>
            <a:t>Todolist</a:t>
          </a:r>
          <a:endParaRPr lang="fr-FR" sz="2100" kern="1200" dirty="0"/>
        </a:p>
      </dsp:txBody>
      <dsp:txXfrm>
        <a:off x="393334" y="2918354"/>
        <a:ext cx="5022488" cy="559396"/>
      </dsp:txXfrm>
    </dsp:sp>
    <dsp:sp modelId="{D2EE749E-DEDD-45BD-9260-9211C43645F1}">
      <dsp:nvSpPr>
        <dsp:cNvPr id="0" name=""/>
        <dsp:cNvSpPr/>
      </dsp:nvSpPr>
      <dsp:spPr>
        <a:xfrm>
          <a:off x="0" y="4150612"/>
          <a:ext cx="7261446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601C21-80CA-41EB-A418-94A334BE47CE}">
      <dsp:nvSpPr>
        <dsp:cNvPr id="0" name=""/>
        <dsp:cNvSpPr/>
      </dsp:nvSpPr>
      <dsp:spPr>
        <a:xfrm>
          <a:off x="363072" y="3840652"/>
          <a:ext cx="5083012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126" tIns="0" rIns="19212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Aeroport</a:t>
          </a:r>
          <a:endParaRPr lang="fr-FR" sz="2100" kern="1200" dirty="0"/>
        </a:p>
      </dsp:txBody>
      <dsp:txXfrm>
        <a:off x="393334" y="3870914"/>
        <a:ext cx="5022488" cy="5593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B5B6A1-A310-4437-BC52-2C4B070DA91F}">
      <dsp:nvSpPr>
        <dsp:cNvPr id="0" name=""/>
        <dsp:cNvSpPr/>
      </dsp:nvSpPr>
      <dsp:spPr>
        <a:xfrm>
          <a:off x="0" y="31065"/>
          <a:ext cx="7550390" cy="149784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 dirty="0"/>
            <a:t>LPRS</a:t>
          </a:r>
        </a:p>
      </dsp:txBody>
      <dsp:txXfrm>
        <a:off x="0" y="31065"/>
        <a:ext cx="7550390" cy="1497840"/>
      </dsp:txXfrm>
    </dsp:sp>
    <dsp:sp modelId="{A1A9D869-B4B0-499E-97AD-6A2823F88077}">
      <dsp:nvSpPr>
        <dsp:cNvPr id="0" name=""/>
        <dsp:cNvSpPr/>
      </dsp:nvSpPr>
      <dsp:spPr>
        <a:xfrm>
          <a:off x="0" y="1497840"/>
          <a:ext cx="3775194" cy="31454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 dirty="0"/>
            <a:t>PHP</a:t>
          </a:r>
        </a:p>
      </dsp:txBody>
      <dsp:txXfrm>
        <a:off x="0" y="1497840"/>
        <a:ext cx="3775194" cy="3145464"/>
      </dsp:txXfrm>
    </dsp:sp>
    <dsp:sp modelId="{A6EBF1A8-CCA1-4B8D-85FC-1280D4294245}">
      <dsp:nvSpPr>
        <dsp:cNvPr id="0" name=""/>
        <dsp:cNvSpPr/>
      </dsp:nvSpPr>
      <dsp:spPr>
        <a:xfrm>
          <a:off x="3775195" y="1497840"/>
          <a:ext cx="3775194" cy="314546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 dirty="0"/>
            <a:t>JAVA</a:t>
          </a:r>
        </a:p>
      </dsp:txBody>
      <dsp:txXfrm>
        <a:off x="3775195" y="1497840"/>
        <a:ext cx="3775194" cy="3145464"/>
      </dsp:txXfrm>
    </dsp:sp>
    <dsp:sp modelId="{8DA0AB40-0277-4F42-B3EA-1104ED150A75}">
      <dsp:nvSpPr>
        <dsp:cNvPr id="0" name=""/>
        <dsp:cNvSpPr/>
      </dsp:nvSpPr>
      <dsp:spPr>
        <a:xfrm>
          <a:off x="0" y="4643304"/>
          <a:ext cx="7550390" cy="34949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851252-39CA-492F-8FE4-2F5E1A4793EB}">
      <dsp:nvSpPr>
        <dsp:cNvPr id="0" name=""/>
        <dsp:cNvSpPr/>
      </dsp:nvSpPr>
      <dsp:spPr>
        <a:xfrm>
          <a:off x="7017" y="924829"/>
          <a:ext cx="2097325" cy="125839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BTS</a:t>
          </a:r>
        </a:p>
      </dsp:txBody>
      <dsp:txXfrm>
        <a:off x="43874" y="961686"/>
        <a:ext cx="2023611" cy="1184681"/>
      </dsp:txXfrm>
    </dsp:sp>
    <dsp:sp modelId="{52657472-607F-4599-81D8-2473D36DBB3D}">
      <dsp:nvSpPr>
        <dsp:cNvPr id="0" name=""/>
        <dsp:cNvSpPr/>
      </dsp:nvSpPr>
      <dsp:spPr>
        <a:xfrm>
          <a:off x="2314074" y="1293958"/>
          <a:ext cx="444632" cy="52013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200" kern="1200"/>
        </a:p>
      </dsp:txBody>
      <dsp:txXfrm>
        <a:off x="2314074" y="1397985"/>
        <a:ext cx="311242" cy="312082"/>
      </dsp:txXfrm>
    </dsp:sp>
    <dsp:sp modelId="{AF0ECE17-EDEF-420C-AC63-1EC90555AC52}">
      <dsp:nvSpPr>
        <dsp:cNvPr id="0" name=""/>
        <dsp:cNvSpPr/>
      </dsp:nvSpPr>
      <dsp:spPr>
        <a:xfrm>
          <a:off x="2943272" y="924829"/>
          <a:ext cx="2097325" cy="125839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 err="1"/>
            <a:t>LeRebours</a:t>
          </a:r>
          <a:endParaRPr lang="fr-FR" sz="3000" kern="1200" dirty="0"/>
        </a:p>
      </dsp:txBody>
      <dsp:txXfrm>
        <a:off x="2980129" y="961686"/>
        <a:ext cx="2023611" cy="1184681"/>
      </dsp:txXfrm>
    </dsp:sp>
    <dsp:sp modelId="{3870D306-7EF6-4830-B056-0E8356B8225E}">
      <dsp:nvSpPr>
        <dsp:cNvPr id="0" name=""/>
        <dsp:cNvSpPr/>
      </dsp:nvSpPr>
      <dsp:spPr>
        <a:xfrm>
          <a:off x="5250330" y="1293958"/>
          <a:ext cx="444632" cy="52013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200" kern="1200"/>
        </a:p>
      </dsp:txBody>
      <dsp:txXfrm>
        <a:off x="5250330" y="1397985"/>
        <a:ext cx="311242" cy="312082"/>
      </dsp:txXfrm>
    </dsp:sp>
    <dsp:sp modelId="{E0F36E32-2AAC-4027-90AA-DF1BB008932D}">
      <dsp:nvSpPr>
        <dsp:cNvPr id="0" name=""/>
        <dsp:cNvSpPr/>
      </dsp:nvSpPr>
      <dsp:spPr>
        <a:xfrm>
          <a:off x="5879527" y="924829"/>
          <a:ext cx="2097325" cy="125839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ESIEE</a:t>
          </a:r>
        </a:p>
      </dsp:txBody>
      <dsp:txXfrm>
        <a:off x="5916384" y="961686"/>
        <a:ext cx="2023611" cy="118468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851252-39CA-492F-8FE4-2F5E1A4793EB}">
      <dsp:nvSpPr>
        <dsp:cNvPr id="0" name=""/>
        <dsp:cNvSpPr/>
      </dsp:nvSpPr>
      <dsp:spPr>
        <a:xfrm>
          <a:off x="1427" y="0"/>
          <a:ext cx="3044960" cy="90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900" kern="1200" dirty="0"/>
            <a:t>BTS</a:t>
          </a:r>
        </a:p>
      </dsp:txBody>
      <dsp:txXfrm>
        <a:off x="27881" y="26454"/>
        <a:ext cx="2992052" cy="850296"/>
      </dsp:txXfrm>
    </dsp:sp>
    <dsp:sp modelId="{52657472-607F-4599-81D8-2473D36DBB3D}">
      <dsp:nvSpPr>
        <dsp:cNvPr id="0" name=""/>
        <dsp:cNvSpPr/>
      </dsp:nvSpPr>
      <dsp:spPr>
        <a:xfrm>
          <a:off x="3350884" y="74026"/>
          <a:ext cx="645531" cy="75515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100" kern="1200"/>
        </a:p>
      </dsp:txBody>
      <dsp:txXfrm>
        <a:off x="3350884" y="225056"/>
        <a:ext cx="451872" cy="453090"/>
      </dsp:txXfrm>
    </dsp:sp>
    <dsp:sp modelId="{E0F36E32-2AAC-4027-90AA-DF1BB008932D}">
      <dsp:nvSpPr>
        <dsp:cNvPr id="0" name=""/>
        <dsp:cNvSpPr/>
      </dsp:nvSpPr>
      <dsp:spPr>
        <a:xfrm>
          <a:off x="4264372" y="0"/>
          <a:ext cx="3044960" cy="90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900" kern="1200" dirty="0"/>
            <a:t>ESIEE</a:t>
          </a:r>
        </a:p>
      </dsp:txBody>
      <dsp:txXfrm>
        <a:off x="4290826" y="26454"/>
        <a:ext cx="2992052" cy="8502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" name="Rectangle 91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215729" y="1764407"/>
            <a:ext cx="5760846" cy="2310312"/>
          </a:xfrm>
        </p:spPr>
        <p:txBody>
          <a:bodyPr>
            <a:normAutofit/>
          </a:bodyPr>
          <a:lstStyle/>
          <a:p>
            <a:r>
              <a:rPr lang="fr-FR" sz="5200">
                <a:solidFill>
                  <a:schemeClr val="tx2"/>
                </a:solidFill>
              </a:rPr>
              <a:t>Présentation E5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9ED86-206B-8FE5-F3F2-60CCDBE1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527D785-49DA-FDE8-8CA2-2C69EF70D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SOMMAIRE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E1C11-6F36-5BCF-E45B-C9A279503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0412" y="2979336"/>
            <a:ext cx="5709721" cy="2430864"/>
          </a:xfrm>
        </p:spPr>
        <p:txBody>
          <a:bodyPr anchor="t">
            <a:normAutofit fontScale="92500" lnSpcReduction="20000"/>
          </a:bodyPr>
          <a:lstStyle/>
          <a:p>
            <a:r>
              <a:rPr lang="en-US" sz="2000">
                <a:solidFill>
                  <a:schemeClr val="tx2"/>
                </a:solidFill>
              </a:rPr>
              <a:t>Presentation</a:t>
            </a:r>
          </a:p>
          <a:p>
            <a:r>
              <a:rPr lang="en-US" sz="2000" dirty="0">
                <a:solidFill>
                  <a:schemeClr val="tx2"/>
                </a:solidFill>
              </a:rPr>
              <a:t>Mon </a:t>
            </a:r>
            <a:r>
              <a:rPr lang="en-US" sz="2000" dirty="0" err="1">
                <a:solidFill>
                  <a:schemeClr val="tx2"/>
                </a:solidFill>
              </a:rPr>
              <a:t>parcours</a:t>
            </a:r>
            <a:r>
              <a:rPr lang="en-US" sz="2000" dirty="0">
                <a:solidFill>
                  <a:schemeClr val="tx2"/>
                </a:solidFill>
              </a:rPr>
              <a:t> avant le BTS</a:t>
            </a:r>
          </a:p>
          <a:p>
            <a:r>
              <a:rPr lang="en-US" sz="2000" dirty="0" err="1">
                <a:solidFill>
                  <a:schemeClr val="tx2"/>
                </a:solidFill>
              </a:rPr>
              <a:t>Pourquoi</a:t>
            </a:r>
            <a:r>
              <a:rPr lang="en-US" sz="2000" dirty="0">
                <a:solidFill>
                  <a:schemeClr val="tx2"/>
                </a:solidFill>
              </a:rPr>
              <a:t> le BTS SIO ?</a:t>
            </a:r>
          </a:p>
          <a:p>
            <a:r>
              <a:rPr lang="en-US" sz="2000" dirty="0" err="1">
                <a:solidFill>
                  <a:schemeClr val="tx2"/>
                </a:solidFill>
              </a:rPr>
              <a:t>Pourquoi</a:t>
            </a:r>
            <a:r>
              <a:rPr lang="en-US" sz="2000" dirty="0">
                <a:solidFill>
                  <a:schemeClr val="tx2"/>
                </a:solidFill>
              </a:rPr>
              <a:t> </a:t>
            </a:r>
            <a:r>
              <a:rPr lang="en-US" sz="2000" dirty="0" err="1">
                <a:solidFill>
                  <a:schemeClr val="tx2"/>
                </a:solidFill>
              </a:rPr>
              <a:t>choisir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l'alternance</a:t>
            </a:r>
            <a:r>
              <a:rPr lang="en-US" sz="2000" dirty="0">
                <a:solidFill>
                  <a:schemeClr val="tx2"/>
                </a:solidFill>
              </a:rPr>
              <a:t> ?</a:t>
            </a:r>
          </a:p>
          <a:p>
            <a:r>
              <a:rPr lang="en-US" sz="2000" dirty="0">
                <a:solidFill>
                  <a:schemeClr val="tx2"/>
                </a:solidFill>
              </a:rPr>
              <a:t>Ce </a:t>
            </a:r>
            <a:r>
              <a:rPr lang="en-US" sz="2000" dirty="0" err="1">
                <a:solidFill>
                  <a:schemeClr val="tx2"/>
                </a:solidFill>
              </a:rPr>
              <a:t>que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j'ai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appris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en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entreprise</a:t>
            </a:r>
          </a:p>
          <a:p>
            <a:r>
              <a:rPr lang="en-US" sz="2000" dirty="0">
                <a:solidFill>
                  <a:schemeClr val="tx2"/>
                </a:solidFill>
              </a:rPr>
              <a:t>Ce </a:t>
            </a:r>
            <a:r>
              <a:rPr lang="en-US" sz="2000" err="1">
                <a:solidFill>
                  <a:schemeClr val="tx2"/>
                </a:solidFill>
              </a:rPr>
              <a:t>que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err="1">
                <a:solidFill>
                  <a:schemeClr val="tx2"/>
                </a:solidFill>
              </a:rPr>
              <a:t>j'ai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>
                <a:solidFill>
                  <a:schemeClr val="tx2"/>
                </a:solidFill>
              </a:rPr>
              <a:t>appris à l'ecole</a:t>
            </a:r>
          </a:p>
          <a:p>
            <a:r>
              <a:rPr lang="en-US" sz="2000" dirty="0" err="1">
                <a:solidFill>
                  <a:schemeClr val="tx2"/>
                </a:solidFill>
              </a:rPr>
              <a:t>Apres</a:t>
            </a:r>
            <a:r>
              <a:rPr lang="en-US" sz="2000" dirty="0">
                <a:solidFill>
                  <a:schemeClr val="tx2"/>
                </a:solidFill>
              </a:rPr>
              <a:t> le BTS ?</a:t>
            </a:r>
          </a:p>
          <a:p>
            <a:endParaRPr lang="en-US" sz="2000" dirty="0">
              <a:solidFill>
                <a:schemeClr val="tx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84D3A-2435-A30D-0CEB-B98AD7748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fr-FR" smtClean="0"/>
              <a:pPr>
                <a:spcAft>
                  <a:spcPts val="600"/>
                </a:spcAft>
              </a:pPr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740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5" name="Rectangle 124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EF0CF28-C0D8-883A-FF58-56478B2EE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814" y="646795"/>
            <a:ext cx="5754696" cy="183734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Qui suis je ?</a:t>
            </a:r>
            <a:endParaRPr lang="en-US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92" name="Content Placeholder 2">
            <a:extLst>
              <a:ext uri="{FF2B5EF4-FFF2-40B4-BE49-F238E27FC236}">
                <a16:creationId xmlns:a16="http://schemas.microsoft.com/office/drawing/2014/main" id="{CA522258-D93E-16C4-C088-0E30C8B7CD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146171"/>
              </p:ext>
            </p:extLst>
          </p:nvPr>
        </p:nvGraphicFramePr>
        <p:xfrm>
          <a:off x="3048836" y="676656"/>
          <a:ext cx="6562553" cy="5503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98" name="Slide Number Placeholder 397">
            <a:extLst>
              <a:ext uri="{FF2B5EF4-FFF2-40B4-BE49-F238E27FC236}">
                <a16:creationId xmlns:a16="http://schemas.microsoft.com/office/drawing/2014/main" id="{F028607C-E447-8CE6-0230-C8E521F55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806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25E886-9172-E234-8D52-0FB19298B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103" y="770570"/>
            <a:ext cx="8444537" cy="103093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200">
                <a:solidFill>
                  <a:schemeClr val="tx2"/>
                </a:solidFill>
              </a:rPr>
              <a:t>D'ou</a:t>
            </a:r>
            <a: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je viens </a:t>
            </a:r>
            <a:br>
              <a:rPr lang="en-US" sz="5200" dirty="0">
                <a:solidFill>
                  <a:schemeClr val="tx2"/>
                </a:solidFill>
              </a:rPr>
            </a:br>
            <a:r>
              <a:rPr lang="en-US" sz="2700">
                <a:solidFill>
                  <a:schemeClr val="tx2"/>
                </a:solidFill>
                <a:latin typeface="Aptos"/>
              </a:rPr>
              <a:t>Mon parcours avant le bts</a:t>
            </a:r>
            <a:endParaRPr lang="en-US" sz="2700">
              <a:solidFill>
                <a:srgbClr val="000000"/>
              </a:solidFill>
              <a:latin typeface="Aptos"/>
            </a:endParaRPr>
          </a:p>
          <a:p>
            <a:pPr algn="ctr"/>
            <a:endParaRPr lang="en-US" sz="5200" kern="12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51AEBC4-48C8-0140-B1D7-857F42A51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3637690"/>
              </p:ext>
            </p:extLst>
          </p:nvPr>
        </p:nvGraphicFramePr>
        <p:xfrm>
          <a:off x="3810000" y="1286435"/>
          <a:ext cx="4572000" cy="38817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46" name="Slide Number Placeholder 245">
            <a:extLst>
              <a:ext uri="{FF2B5EF4-FFF2-40B4-BE49-F238E27FC236}">
                <a16:creationId xmlns:a16="http://schemas.microsoft.com/office/drawing/2014/main" id="{0FD4F006-EFB7-991B-D095-084EBCF9D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21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4B6349-AA10-FF9C-4499-9EF3B25C2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29" y="1764407"/>
            <a:ext cx="5760846" cy="23103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Pourquoi avoir choisi le BTS SIO 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E6B7DB-E69D-307B-7681-A6A827ED4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15729" y="4165152"/>
            <a:ext cx="5760846" cy="68207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BA691-54C0-4D2E-12DC-A33D71852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008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C70F6E-82E1-F893-C075-25A366AD0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1787" y="1741337"/>
            <a:ext cx="5448730" cy="2387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Pourquoi</a:t>
            </a:r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2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avoir</a:t>
            </a:r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2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choisi</a:t>
            </a:r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2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l'alternance</a:t>
            </a:r>
            <a:endParaRPr lang="en-US" sz="5200" kern="12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B13F3-2991-0608-2FF9-07E2B1905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71161" y="4200522"/>
            <a:ext cx="5449982" cy="68207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D3C8B-45F8-7688-0ADF-2C557BD93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31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2E5077-D7C4-DD5B-C139-C278BD15B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2F1B81A-5944-708F-B8ED-EEDDF58F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29" y="1764407"/>
            <a:ext cx="5760846" cy="23103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Ce que j'ai appris en Entreprise 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E93467-8D17-AEA9-41E6-7C23BAC10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15729" y="4165152"/>
            <a:ext cx="5760846" cy="68207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301C7-2405-6AC1-BFE9-5EBD2BD34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813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D36D2-8D51-1648-98B8-4C75FDE15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4953F3-65ED-83C6-532D-6AC86CA6A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581" y="138895"/>
            <a:ext cx="8832905" cy="77427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200" dirty="0">
                <a:solidFill>
                  <a:schemeClr val="tx2"/>
                </a:solidFill>
                <a:latin typeface="Aptos Display"/>
              </a:rPr>
              <a:t>La Prefecture</a:t>
            </a:r>
            <a:r>
              <a:rPr lang="en-US" sz="5200">
                <a:solidFill>
                  <a:schemeClr val="tx2"/>
                </a:solidFill>
                <a:latin typeface="Aptos Display"/>
              </a:rPr>
              <a:t> de Seine-Saint-Denis</a:t>
            </a:r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 descr="Pourquoi Saint-Denis, la plus grande ville de Seine-Saint-Denis, n'est ...">
            <a:extLst>
              <a:ext uri="{FF2B5EF4-FFF2-40B4-BE49-F238E27FC236}">
                <a16:creationId xmlns:a16="http://schemas.microsoft.com/office/drawing/2014/main" id="{3A5090AC-C2E7-8CB0-55C8-E3FC9D6FB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194" y="1047189"/>
            <a:ext cx="6172200" cy="4629150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41DA9ED-DEC2-76FF-CFFE-45257C62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8</a:t>
            </a:fld>
            <a:endParaRPr lang="en-US"/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F16610D2-D6D8-FC02-5951-528B5C0D8C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883293"/>
              </p:ext>
            </p:extLst>
          </p:nvPr>
        </p:nvGraphicFramePr>
        <p:xfrm>
          <a:off x="747212" y="1311447"/>
          <a:ext cx="3507941" cy="42351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94909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07868-C660-2301-C26A-1FA56D2B4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83D1C3C2-6C60-728E-0127-A806BE616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8E677F3-FC70-9BFD-E61A-BFD174224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CA82E6C-7067-AA4A-8C30-E41ED19A4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860C0-0937-67AD-BE8A-E301BF105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581" y="138895"/>
            <a:ext cx="8832905" cy="77427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200" dirty="0">
                <a:solidFill>
                  <a:schemeClr val="tx2"/>
                </a:solidFill>
                <a:latin typeface="Aptos Display"/>
              </a:rPr>
              <a:t>Mes missions</a:t>
            </a:r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19BA761-DA22-6B38-0EC1-1A5A0A9FF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1D51398D-29D2-645C-8451-A39B14C52E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D6BB629-3B6A-7213-EAAA-316659982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6F2CA25E-FF64-F3CD-81E9-2B12A47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49808D6-F614-E6BE-EC5E-5260E0FD5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70B45A2-597B-D097-28E9-59A711929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CAD38EE-DB84-B969-37DF-0D16AA343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6BE6ECC9-C433-6378-431C-A145BAAADF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B6D58220-BFA0-DE78-10CB-707418CD8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C3974D86-839E-C1CC-9425-223A0EFFC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2C84B98-5604-1767-E3E0-0982C90FC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9</a:t>
            </a:fld>
            <a:endParaRPr lang="en-US"/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1CBAC380-326C-87D4-55C7-D3A72E4FCC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1220340"/>
              </p:ext>
            </p:extLst>
          </p:nvPr>
        </p:nvGraphicFramePr>
        <p:xfrm>
          <a:off x="747212" y="1311447"/>
          <a:ext cx="3507941" cy="42351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Image 7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9A4E999D-CA7D-CA9A-2E69-749F0C7FFE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8925" y="1052060"/>
            <a:ext cx="4724875" cy="551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194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8603BD0-EA55-CF33-4FAC-A1C3AFE5D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29" y="1764407"/>
            <a:ext cx="5760846" cy="23103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Ce que j'ai appris à l'école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CF430-81E4-E650-6A35-38FABCC90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15729" y="4165152"/>
            <a:ext cx="5760846" cy="68207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45C9C-2660-16D4-38D2-B6648323A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34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F22189-74F3-ABA9-0B6D-3A4E67DFF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57E3766C-DA7E-2A6D-BFB5-C38059F47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052953D-AAA5-0122-870E-9D1A3AA88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142CEB8-DB5B-0AD8-8D5A-F13A01E05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21923B9-788E-20D3-40EE-D50A34FF3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47088F6-7025-8A49-1C67-2D79B57DEE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37CAEB6-4D3F-6953-1984-8A88735AB2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EB3DCFD1-75CE-0C54-DCF4-ED65770E5E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C39B1D4-6750-628A-AA1E-6369542F64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C21C10E-BFA0-EF80-1B8E-A0C5A8365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D949CC0B-8917-90E1-5A9C-35981C9BE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2AB3BFD-2A4C-FF03-047C-3E3298E8DE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0A1E39A-E1CC-AFED-F809-E61050F91F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54F93058-F21F-2C3C-E697-0F0840DA6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54610-4423-0987-E03C-73CDECB55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11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87EDD69-2B86-3D1F-7FCE-34B6EEAFD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581" y="138895"/>
            <a:ext cx="8832905" cy="77427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200" dirty="0">
                <a:solidFill>
                  <a:schemeClr val="tx2"/>
                </a:solidFill>
                <a:latin typeface="Aptos Display"/>
              </a:rPr>
              <a:t>Le </a:t>
            </a:r>
            <a:r>
              <a:rPr lang="en-US" sz="5200">
                <a:solidFill>
                  <a:schemeClr val="tx2"/>
                </a:solidFill>
                <a:latin typeface="Aptos Display"/>
              </a:rPr>
              <a:t>Lycée Robert Schuman</a:t>
            </a:r>
            <a:endParaRPr lang="en-US" sz="5200" dirty="0">
              <a:solidFill>
                <a:schemeClr val="tx2"/>
              </a:solidFill>
            </a:endParaRPr>
          </a:p>
        </p:txBody>
      </p:sp>
      <p:pic>
        <p:nvPicPr>
          <p:cNvPr id="9" name="Picture 8" descr="Formation – BTS SIO – Option SLAM – Lycee Robert Schuman">
            <a:extLst>
              <a:ext uri="{FF2B5EF4-FFF2-40B4-BE49-F238E27FC236}">
                <a16:creationId xmlns:a16="http://schemas.microsoft.com/office/drawing/2014/main" id="{92DFFF2C-2F64-69C8-E261-27A0021B2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851" y="1286527"/>
            <a:ext cx="7231173" cy="4775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391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79D90A-9A95-C59C-E65E-94AF1A9FD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E900B5D-9573-F358-6DB3-6CAA998FD1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5EC745-FEC1-09D8-9C9E-5D6FAA2FE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EA7C344-072A-F003-EF15-FB6FF7276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E6FDE89-8FC7-3349-5C2D-B64F2C75B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005E365-0EAB-5825-E816-559B425E6E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1EE73A-AB66-E2C3-04A7-B6E48B247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AF86CE9-CE2D-2CEF-21EC-F498F8BC24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E92D5672-E881-DC92-F191-029576B00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B866150-5FFC-6210-F7AA-D9D6F2717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0C1E2AA-628E-9F80-87BC-72B0B27B35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608DB6A0-CDAC-F6B5-8BAE-11BB47C61E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C79F39E-A177-8760-E439-6FCC76D947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ED565C53-797F-F622-7A3B-3B0EC4E63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4251F-F02E-EF4F-00D1-5491B90FD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12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458DDE4-9D93-73E6-052A-0A7874CB2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581" y="138895"/>
            <a:ext cx="8832905" cy="77427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200" dirty="0">
                <a:solidFill>
                  <a:schemeClr val="tx2"/>
                </a:solidFill>
                <a:latin typeface="Aptos Display"/>
              </a:rPr>
              <a:t>Les </a:t>
            </a:r>
            <a:r>
              <a:rPr lang="en-US" sz="5200" dirty="0" err="1">
                <a:solidFill>
                  <a:schemeClr val="tx2"/>
                </a:solidFill>
                <a:latin typeface="Aptos Display"/>
              </a:rPr>
              <a:t>projets</a:t>
            </a:r>
            <a:r>
              <a:rPr lang="en-US" sz="5200" dirty="0">
                <a:solidFill>
                  <a:schemeClr val="tx2"/>
                </a:solidFill>
                <a:latin typeface="Aptos Display"/>
              </a:rPr>
              <a:t> de 1ere </a:t>
            </a:r>
            <a:r>
              <a:rPr lang="en-US" sz="5200" dirty="0" err="1">
                <a:solidFill>
                  <a:schemeClr val="tx2"/>
                </a:solidFill>
                <a:latin typeface="Aptos Display"/>
              </a:rPr>
              <a:t>année</a:t>
            </a:r>
            <a:endParaRPr lang="en-US" dirty="0" err="1">
              <a:solidFill>
                <a:schemeClr val="tx2"/>
              </a:solidFill>
            </a:endParaRP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9F4AEB92-CDEA-C19D-E870-992A5B6C07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7844590"/>
              </p:ext>
            </p:extLst>
          </p:nvPr>
        </p:nvGraphicFramePr>
        <p:xfrm>
          <a:off x="2860749" y="1350334"/>
          <a:ext cx="7261446" cy="47102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525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7F6F0A-995E-94F9-DBCD-8AA445C4E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8D68A5C2-9116-2024-BDC8-FAB4036EE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464B499-3263-61BD-9AC6-9B91B0F4F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9E8BD17-80A6-CE53-9BFB-D500B7B95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A272933-848D-B928-A5FF-E722770BF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34A26A8-5350-2AB9-9D90-1316D0A9D6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F2897F8E-C227-7968-9333-3FDB47A38D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E88DB916-8CE6-2F77-0648-846D474477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FA548C05-68C0-23BA-C484-2FC42DB32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0244CED-6E9D-45D5-7B10-64CB49D77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6A1B6E7-79A6-6E41-D8FC-FD5D72B90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12A1C5E5-715D-C1DA-CB47-1A0DE11B5B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F79B07D8-B9AC-8A39-90A7-53A66040E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7C73134-AB1E-0802-3EDE-75DBF90753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5A9FD-FCB7-C57D-9F4F-D9D06A872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13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3A2D66C-2455-D581-862D-E522C79F6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581" y="138895"/>
            <a:ext cx="8832905" cy="77427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200" dirty="0">
                <a:solidFill>
                  <a:schemeClr val="tx2"/>
                </a:solidFill>
                <a:latin typeface="Aptos Display"/>
              </a:rPr>
              <a:t>Les </a:t>
            </a:r>
            <a:r>
              <a:rPr lang="en-US" sz="5200" dirty="0" err="1">
                <a:solidFill>
                  <a:schemeClr val="tx2"/>
                </a:solidFill>
                <a:latin typeface="Aptos Display"/>
              </a:rPr>
              <a:t>projets</a:t>
            </a:r>
            <a:r>
              <a:rPr lang="en-US" sz="5200" dirty="0">
                <a:solidFill>
                  <a:schemeClr val="tx2"/>
                </a:solidFill>
                <a:latin typeface="Aptos Display"/>
              </a:rPr>
              <a:t> de 2e </a:t>
            </a:r>
            <a:r>
              <a:rPr lang="en-US" sz="5200" dirty="0" err="1">
                <a:solidFill>
                  <a:schemeClr val="tx2"/>
                </a:solidFill>
                <a:latin typeface="Aptos Display"/>
              </a:rPr>
              <a:t>année</a:t>
            </a:r>
            <a:endParaRPr lang="en-US" sz="5200" dirty="0" err="1">
              <a:solidFill>
                <a:schemeClr val="tx2"/>
              </a:solidFill>
            </a:endParaRP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E0FA8911-A489-1FFD-9AAE-FA410C0975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6138321"/>
              </p:ext>
            </p:extLst>
          </p:nvPr>
        </p:nvGraphicFramePr>
        <p:xfrm>
          <a:off x="2537018" y="1227024"/>
          <a:ext cx="7550390" cy="49928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8371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09F5B37-1B7A-8423-DB84-17FBBF2E7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29" y="1764407"/>
            <a:ext cx="5760846" cy="23103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Ou est-ce que je vais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65513-6579-1FBD-908B-9E66765EA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15729" y="4165152"/>
            <a:ext cx="5760846" cy="68207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Apres le BTS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72913-552B-7D03-4555-CE82E7438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604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43A57-07C6-1C9A-4037-F9BFBBFA3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C6CCC6-2BE5-4E42-96A4-D1E8E81A3D8E}" type="slidenum">
              <a:rPr lang="fr-FR" smtClean="0"/>
              <a:pPr>
                <a:spcAft>
                  <a:spcPts val="600"/>
                </a:spcAft>
              </a:pPr>
              <a:t>15</a:t>
            </a:fld>
            <a:endParaRPr lang="fr-FR"/>
          </a:p>
        </p:txBody>
      </p:sp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EA5C2B1D-73FB-156D-E897-D7925866EF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9331263"/>
              </p:ext>
            </p:extLst>
          </p:nvPr>
        </p:nvGraphicFramePr>
        <p:xfrm>
          <a:off x="2236523" y="738755"/>
          <a:ext cx="7983870" cy="3108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E43DE200-E047-879A-A3FA-EAAAF184CD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0793977"/>
              </p:ext>
            </p:extLst>
          </p:nvPr>
        </p:nvGraphicFramePr>
        <p:xfrm>
          <a:off x="2573078" y="3914534"/>
          <a:ext cx="7310761" cy="903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698629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5" name="Rectangle 264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4959662-6DE9-D2DF-467B-8F88169CA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5729" y="1764407"/>
            <a:ext cx="5760846" cy="2310312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</a:rPr>
              <a:t>Merci pour </a:t>
            </a:r>
            <a:r>
              <a:rPr lang="en-US" sz="5200" dirty="0" err="1">
                <a:solidFill>
                  <a:schemeClr val="tx2"/>
                </a:solidFill>
              </a:rPr>
              <a:t>votre</a:t>
            </a:r>
            <a:r>
              <a:rPr lang="en-US" sz="5200" dirty="0">
                <a:solidFill>
                  <a:schemeClr val="tx2"/>
                </a:solidFill>
              </a:rPr>
              <a:t> </a:t>
            </a:r>
            <a:r>
              <a:rPr lang="fr-FR" sz="5200" dirty="0" err="1">
                <a:solidFill>
                  <a:schemeClr val="tx2"/>
                </a:solidFill>
              </a:rPr>
              <a:t>ecoute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6CF93-FBA1-9539-F655-0B60E34A1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rm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45058-308D-D80C-0684-AD6FFA15F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62205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3735259-E6FA-46D7-9915-6BCABE0FE757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178</Words>
  <Application>Microsoft Office PowerPoint</Application>
  <PresentationFormat>Grand écran</PresentationFormat>
  <Paragraphs>64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Thème Office</vt:lpstr>
      <vt:lpstr>Présentation E5</vt:lpstr>
      <vt:lpstr>SOMMAIRE</vt:lpstr>
      <vt:lpstr>Qui suis je ?</vt:lpstr>
      <vt:lpstr>D'ou je viens  Mon parcours avant le bts </vt:lpstr>
      <vt:lpstr>Pourquoi avoir choisi le BTS SIO ?</vt:lpstr>
      <vt:lpstr>Pourquoi avoir choisi l'alternance</vt:lpstr>
      <vt:lpstr>Ce que j'ai appris en Entreprise  </vt:lpstr>
      <vt:lpstr>La Prefecture de Seine-Saint-Denis</vt:lpstr>
      <vt:lpstr>Mes missions</vt:lpstr>
      <vt:lpstr>Ce que j'ai appris à l'école </vt:lpstr>
      <vt:lpstr>Le Lycée Robert Schuman</vt:lpstr>
      <vt:lpstr>Les projets de 1ere année</vt:lpstr>
      <vt:lpstr>Les projets de 2e année</vt:lpstr>
      <vt:lpstr>Ou est-ce que je vais</vt:lpstr>
      <vt:lpstr>Présentation PowerPoint</vt:lpstr>
      <vt:lpstr>Merci pour votre ecoute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METAYER</cp:lastModifiedBy>
  <cp:revision>321</cp:revision>
  <dcterms:created xsi:type="dcterms:W3CDTF">2025-10-07T18:41:30Z</dcterms:created>
  <dcterms:modified xsi:type="dcterms:W3CDTF">2026-03-02T10:29:41Z</dcterms:modified>
</cp:coreProperties>
</file>